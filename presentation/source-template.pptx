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0"/>
  </p:notesMasterIdLst>
  <p:sldIdLst>
    <p:sldId id="258" r:id="rId2"/>
    <p:sldId id="261" r:id="rId3"/>
    <p:sldId id="263" r:id="rId4"/>
    <p:sldId id="266" r:id="rId5"/>
    <p:sldId id="269" r:id="rId6"/>
    <p:sldId id="270" r:id="rId7"/>
    <p:sldId id="271" r:id="rId8"/>
    <p:sldId id="272" r:id="rId9"/>
  </p:sldIdLst>
  <p:sldSz cx="9144000" cy="5143500" type="screen16x9"/>
  <p:notesSz cx="6858000" cy="9144000"/>
  <p:embeddedFontLst>
    <p:embeddedFont>
      <p:font typeface="Inter" panose="02000503000000020004" pitchFamily="2" charset="0"/>
      <p:regular r:id="rId11"/>
      <p:bold r:id="rId12"/>
      <p:italic r:id="rId13"/>
      <p:boldItalic r:id="rId14"/>
    </p:embeddedFont>
    <p:embeddedFont>
      <p:font typeface="Inter Medium" panose="02000503000000020004" pitchFamily="2" charset="0"/>
      <p:regular r:id="rId15"/>
      <p:bold r:id="rId16"/>
      <p:italic r:id="rId17"/>
      <p:boldItalic r:id="rId18"/>
    </p:embeddedFont>
    <p:embeddedFont>
      <p:font typeface="MTS Text" panose="020B0306020102020303" pitchFamily="34" charset="0"/>
      <p:regular r:id="rId19"/>
      <p:bold r:id="rId20"/>
    </p:embeddedFont>
    <p:embeddedFont>
      <p:font typeface="MTS Text Medium" panose="020B0306020102020303" pitchFamily="34" charset="0"/>
      <p:regular r:id="rId21"/>
    </p:embeddedFont>
    <p:embeddedFont>
      <p:font typeface="MTS Wide" panose="020B0306020102020303" pitchFamily="34" charset="0"/>
      <p:regular r:id="rId22"/>
      <p:bold r:id="rId23"/>
    </p:embeddedFont>
    <p:embeddedFont>
      <p:font typeface="MTS Wide Medium" panose="020B0306020102020303" pitchFamily="3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0" userDrawn="1">
          <p15:clr>
            <a:srgbClr val="747775"/>
          </p15:clr>
        </p15:guide>
        <p15:guide id="2" pos="113">
          <p15:clr>
            <a:srgbClr val="747775"/>
          </p15:clr>
        </p15:guide>
        <p15:guide id="3" orient="horz" pos="3127">
          <p15:clr>
            <a:srgbClr val="747775"/>
          </p15:clr>
        </p15:guide>
        <p15:guide id="4" pos="5647">
          <p15:clr>
            <a:srgbClr val="747775"/>
          </p15:clr>
        </p15:guide>
        <p15:guide id="5" pos="2880">
          <p15:clr>
            <a:srgbClr val="747775"/>
          </p15:clr>
        </p15:guide>
        <p15:guide id="6" pos="2852">
          <p15:clr>
            <a:srgbClr val="747775"/>
          </p15:clr>
        </p15:guide>
        <p15:guide id="7" pos="2908">
          <p15:clr>
            <a:srgbClr val="747775"/>
          </p15:clr>
        </p15:guide>
        <p15:guide id="8" orient="horz" pos="1251">
          <p15:clr>
            <a:srgbClr val="747775"/>
          </p15:clr>
        </p15:guide>
        <p15:guide id="9" pos="2014">
          <p15:clr>
            <a:srgbClr val="747775"/>
          </p15:clr>
        </p15:guide>
        <p15:guide id="10" pos="3903">
          <p15:clr>
            <a:srgbClr val="747775"/>
          </p15:clr>
        </p15:guide>
        <p15:guide id="11" orient="horz" pos="1009">
          <p15:clr>
            <a:srgbClr val="747775"/>
          </p15:clr>
        </p15:guide>
        <p15:guide id="13" orient="horz" pos="45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8B8B5D-C623-46D9-ADCC-D26623CE91F4}">
  <a:tblStyle styleId="{408B8B5D-C623-46D9-ADCC-D26623CE91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48"/>
  </p:normalViewPr>
  <p:slideViewPr>
    <p:cSldViewPr snapToGrid="0">
      <p:cViewPr varScale="1">
        <p:scale>
          <a:sx n="156" d="100"/>
          <a:sy n="156" d="100"/>
        </p:scale>
        <p:origin x="544" y="168"/>
      </p:cViewPr>
      <p:guideLst>
        <p:guide orient="horz" pos="100"/>
        <p:guide pos="113"/>
        <p:guide orient="horz" pos="3127"/>
        <p:guide pos="5647"/>
        <p:guide pos="2880"/>
        <p:guide pos="2852"/>
        <p:guide pos="2908"/>
        <p:guide orient="horz" pos="1251"/>
        <p:guide pos="2014"/>
        <p:guide pos="3903"/>
        <p:guide orient="horz" pos="1009"/>
        <p:guide orient="horz" pos="4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322d1fa67168e44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1322d1fa67168e44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1322d1fa67168e44_26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1322d1fa67168e44_26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1322d1fa67168e44_26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1322d1fa67168e44_26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506ea820444635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506ea820444635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1322d1fa67168e44_2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h1322d1fa67168e44_2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1322d1fa67168e44_26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h1322d1fa67168e44_26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506ea820444635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506ea8204446350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506ea8204446350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h506ea8204446350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ы с цифрами 14">
  <p:cSld name="Слайды с цифрами 14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616258" y="1032122"/>
            <a:ext cx="4048800" cy="1857300"/>
          </a:xfrm>
          <a:prstGeom prst="roundRect">
            <a:avLst>
              <a:gd name="adj" fmla="val 3606"/>
            </a:avLst>
          </a:prstGeom>
          <a:solidFill>
            <a:srgbClr val="DEF6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7861" y="431253"/>
            <a:ext cx="3545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>
            <a:lvl1pPr marL="457200" lvl="0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577384" y="1447178"/>
            <a:ext cx="3846300" cy="12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4622373" y="2989065"/>
            <a:ext cx="4048800" cy="1857300"/>
          </a:xfrm>
          <a:prstGeom prst="roundRect">
            <a:avLst>
              <a:gd name="adj" fmla="val 3606"/>
            </a:avLst>
          </a:prstGeom>
          <a:solidFill>
            <a:srgbClr val="DEF6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724220" y="2383605"/>
            <a:ext cx="3545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>
            <a:lvl1pPr marL="457200" lvl="0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"/>
          </p:nvPr>
        </p:nvSpPr>
        <p:spPr>
          <a:xfrm>
            <a:off x="573742" y="3399530"/>
            <a:ext cx="3846300" cy="12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08182" y="1036713"/>
            <a:ext cx="4048800" cy="3809700"/>
          </a:xfrm>
          <a:prstGeom prst="roundRect">
            <a:avLst>
              <a:gd name="adj" fmla="val 3606"/>
            </a:avLst>
          </a:prstGeom>
          <a:solidFill>
            <a:srgbClr val="0062D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5"/>
          </p:nvPr>
        </p:nvSpPr>
        <p:spPr>
          <a:xfrm>
            <a:off x="4712849" y="3399530"/>
            <a:ext cx="3846300" cy="12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9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6"/>
          </p:nvPr>
        </p:nvSpPr>
        <p:spPr>
          <a:xfrm>
            <a:off x="4863326" y="1115761"/>
            <a:ext cx="3545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marL="457200" lvl="0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9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15210" y="476523"/>
            <a:ext cx="964146" cy="102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012" scaled="0"/>
        </a:gra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 title="Заголовок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3035926" cy="126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ьеы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9600" y="0"/>
            <a:ext cx="904399" cy="90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image 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740051">
            <a:off x="4733626" y="167845"/>
            <a:ext cx="3799095" cy="379908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693075" y="2227125"/>
            <a:ext cx="2583525" cy="6135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F00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FF0032"/>
                </a:solidFill>
                <a:latin typeface="MTS Wide" panose="020B0306020102020303" pitchFamily="34" charset="0"/>
                <a:ea typeface="MTS Wide" panose="020B0306020102020303" pitchFamily="34" charset="0"/>
                <a:cs typeface="Inter Medium"/>
                <a:sym typeface="Inter Medium"/>
              </a:rPr>
              <a:t>Имя Фамилия</a:t>
            </a:r>
            <a:endParaRPr sz="2200">
              <a:solidFill>
                <a:srgbClr val="FF0032"/>
              </a:solidFill>
              <a:latin typeface="MTS Wide" panose="020B0306020102020303" pitchFamily="34" charset="0"/>
              <a:ea typeface="MTS Wide" panose="020B0306020102020303" pitchFamily="34" charset="0"/>
              <a:cs typeface="Inter Medium"/>
              <a:sym typeface="Inter Medium"/>
            </a:endParaRPr>
          </a:p>
        </p:txBody>
      </p:sp>
      <p:grpSp>
        <p:nvGrpSpPr>
          <p:cNvPr id="99" name="Google Shape;99;p17"/>
          <p:cNvGrpSpPr/>
          <p:nvPr/>
        </p:nvGrpSpPr>
        <p:grpSpPr>
          <a:xfrm>
            <a:off x="180000" y="2227176"/>
            <a:ext cx="613500" cy="613500"/>
            <a:chOff x="643775" y="3758757"/>
            <a:chExt cx="613500" cy="613500"/>
          </a:xfrm>
        </p:grpSpPr>
        <p:sp>
          <p:nvSpPr>
            <p:cNvPr id="100" name="Google Shape;100;p17"/>
            <p:cNvSpPr/>
            <p:nvPr/>
          </p:nvSpPr>
          <p:spPr>
            <a:xfrm>
              <a:off x="643775" y="3758757"/>
              <a:ext cx="613500" cy="613500"/>
            </a:xfrm>
            <a:prstGeom prst="ellipse">
              <a:avLst/>
            </a:prstGeom>
            <a:solidFill>
              <a:srgbClr val="FF0032"/>
            </a:solidFill>
            <a:ln w="9525" cap="flat" cmpd="sng">
              <a:solidFill>
                <a:srgbClr val="FF003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1" name="Google Shape;101;p17" title="Group 2136137228.png"/>
            <p:cNvPicPr preferRelativeResize="0"/>
            <p:nvPr/>
          </p:nvPicPr>
          <p:blipFill rotWithShape="1">
            <a:blip r:embed="rId6">
              <a:alphaModFix/>
            </a:blip>
            <a:srcRect t="622" b="622"/>
            <a:stretch/>
          </p:blipFill>
          <p:spPr>
            <a:xfrm>
              <a:off x="803596" y="3918572"/>
              <a:ext cx="293850" cy="2938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88;p16">
            <a:extLst>
              <a:ext uri="{FF2B5EF4-FFF2-40B4-BE49-F238E27FC236}">
                <a16:creationId xmlns:a16="http://schemas.microsoft.com/office/drawing/2014/main" id="{EEA77C0F-88BA-540A-EB05-5977FE865A33}"/>
              </a:ext>
            </a:extLst>
          </p:cNvPr>
          <p:cNvSpPr txBox="1"/>
          <p:nvPr/>
        </p:nvSpPr>
        <p:spPr>
          <a:xfrm>
            <a:off x="179387" y="3547701"/>
            <a:ext cx="8785225" cy="189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6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Тема выступления</a:t>
            </a:r>
            <a:endParaRPr sz="66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0" title="ьеы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 title="Group 2136137229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388" y="2472650"/>
            <a:ext cx="8784611" cy="249084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416250" y="2836621"/>
            <a:ext cx="464400" cy="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(01)</a:t>
            </a:r>
            <a:endParaRPr sz="1200" dirty="0"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828075" y="4377825"/>
            <a:ext cx="861577" cy="4047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FF00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Текст</a:t>
            </a:r>
            <a:endParaRPr sz="1600" dirty="0"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grpSp>
        <p:nvGrpSpPr>
          <p:cNvPr id="154" name="Google Shape;154;p20"/>
          <p:cNvGrpSpPr/>
          <p:nvPr/>
        </p:nvGrpSpPr>
        <p:grpSpPr>
          <a:xfrm>
            <a:off x="420628" y="4377833"/>
            <a:ext cx="404675" cy="404675"/>
            <a:chOff x="643775" y="3679556"/>
            <a:chExt cx="692700" cy="692700"/>
          </a:xfrm>
        </p:grpSpPr>
        <p:sp>
          <p:nvSpPr>
            <p:cNvPr id="155" name="Google Shape;155;p20"/>
            <p:cNvSpPr/>
            <p:nvPr/>
          </p:nvSpPr>
          <p:spPr>
            <a:xfrm>
              <a:off x="643775" y="3679556"/>
              <a:ext cx="692700" cy="692700"/>
            </a:xfrm>
            <a:prstGeom prst="ellipse">
              <a:avLst/>
            </a:prstGeom>
            <a:noFill/>
            <a:ln w="9525" cap="flat" cmpd="sng">
              <a:solidFill>
                <a:srgbClr val="FF003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3400" tIns="53400" rIns="53400" bIns="53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18"/>
            </a:p>
          </p:txBody>
        </p:sp>
        <p:pic>
          <p:nvPicPr>
            <p:cNvPr id="156" name="Google Shape;156;p20" title="Group 2136137226.png"/>
            <p:cNvPicPr preferRelativeResize="0"/>
            <p:nvPr/>
          </p:nvPicPr>
          <p:blipFill rotWithShape="1">
            <a:blip r:embed="rId6">
              <a:alphaModFix/>
            </a:blip>
            <a:srcRect t="661" b="661"/>
            <a:stretch/>
          </p:blipFill>
          <p:spPr>
            <a:xfrm>
              <a:off x="809096" y="3844913"/>
              <a:ext cx="362025" cy="362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7" name="Google Shape;157;p20"/>
          <p:cNvSpPr txBox="1"/>
          <p:nvPr/>
        </p:nvSpPr>
        <p:spPr>
          <a:xfrm>
            <a:off x="420625" y="3516025"/>
            <a:ext cx="8350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 первый</a:t>
            </a:r>
            <a:endParaRPr sz="48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2" name="Google Shape;112;p18">
            <a:extLst>
              <a:ext uri="{FF2B5EF4-FFF2-40B4-BE49-F238E27FC236}">
                <a16:creationId xmlns:a16="http://schemas.microsoft.com/office/drawing/2014/main" id="{BCDB5A42-D6ED-46B4-473A-4A0088CA8B9A}"/>
              </a:ext>
            </a:extLst>
          </p:cNvPr>
          <p:cNvSpPr/>
          <p:nvPr/>
        </p:nvSpPr>
        <p:spPr>
          <a:xfrm>
            <a:off x="180000" y="180000"/>
            <a:ext cx="936900" cy="252900"/>
          </a:xfrm>
          <a:prstGeom prst="roundRect">
            <a:avLst>
              <a:gd name="adj" fmla="val 50000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 dirty="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" name="Google Shape;113;p18">
            <a:extLst>
              <a:ext uri="{FF2B5EF4-FFF2-40B4-BE49-F238E27FC236}">
                <a16:creationId xmlns:a16="http://schemas.microsoft.com/office/drawing/2014/main" id="{A4A1A49A-68FC-5C10-0181-D3BA06AEF68E}"/>
              </a:ext>
            </a:extLst>
          </p:cNvPr>
          <p:cNvSpPr/>
          <p:nvPr/>
        </p:nvSpPr>
        <p:spPr>
          <a:xfrm>
            <a:off x="1149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" name="Google Shape;114;p18">
            <a:extLst>
              <a:ext uri="{FF2B5EF4-FFF2-40B4-BE49-F238E27FC236}">
                <a16:creationId xmlns:a16="http://schemas.microsoft.com/office/drawing/2014/main" id="{B4A96209-64BA-FCEA-DCD4-135A0B60EA74}"/>
              </a:ext>
            </a:extLst>
          </p:cNvPr>
          <p:cNvSpPr/>
          <p:nvPr/>
        </p:nvSpPr>
        <p:spPr>
          <a:xfrm>
            <a:off x="2119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" name="Google Shape;115;p18">
            <a:extLst>
              <a:ext uri="{FF2B5EF4-FFF2-40B4-BE49-F238E27FC236}">
                <a16:creationId xmlns:a16="http://schemas.microsoft.com/office/drawing/2014/main" id="{2EAC9C58-81CD-38F6-D531-E303774F79DD}"/>
              </a:ext>
            </a:extLst>
          </p:cNvPr>
          <p:cNvSpPr/>
          <p:nvPr/>
        </p:nvSpPr>
        <p:spPr>
          <a:xfrm>
            <a:off x="30894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6" name="Google Shape;116;p18">
            <a:extLst>
              <a:ext uri="{FF2B5EF4-FFF2-40B4-BE49-F238E27FC236}">
                <a16:creationId xmlns:a16="http://schemas.microsoft.com/office/drawing/2014/main" id="{2A40ECDB-C738-9B15-D784-5A02710FEA90}"/>
              </a:ext>
            </a:extLst>
          </p:cNvPr>
          <p:cNvSpPr/>
          <p:nvPr/>
        </p:nvSpPr>
        <p:spPr>
          <a:xfrm>
            <a:off x="40592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6DEB22E2-AA8B-68E8-3F82-50A692152438}"/>
              </a:ext>
            </a:extLst>
          </p:cNvPr>
          <p:cNvSpPr/>
          <p:nvPr/>
        </p:nvSpPr>
        <p:spPr>
          <a:xfrm>
            <a:off x="50290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8" name="Google Shape;118;p18">
            <a:extLst>
              <a:ext uri="{FF2B5EF4-FFF2-40B4-BE49-F238E27FC236}">
                <a16:creationId xmlns:a16="http://schemas.microsoft.com/office/drawing/2014/main" id="{0AB80D17-116F-AA1E-E189-E6D2BAA217B7}"/>
              </a:ext>
            </a:extLst>
          </p:cNvPr>
          <p:cNvSpPr/>
          <p:nvPr/>
        </p:nvSpPr>
        <p:spPr>
          <a:xfrm>
            <a:off x="5998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9" name="Google Shape;119;p18">
            <a:extLst>
              <a:ext uri="{FF2B5EF4-FFF2-40B4-BE49-F238E27FC236}">
                <a16:creationId xmlns:a16="http://schemas.microsoft.com/office/drawing/2014/main" id="{7D6F302E-8FB9-22CD-43FF-483E342FFA47}"/>
              </a:ext>
            </a:extLst>
          </p:cNvPr>
          <p:cNvSpPr/>
          <p:nvPr/>
        </p:nvSpPr>
        <p:spPr>
          <a:xfrm>
            <a:off x="6968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/>
          <p:nvPr/>
        </p:nvSpPr>
        <p:spPr>
          <a:xfrm>
            <a:off x="180000" y="1986000"/>
            <a:ext cx="4347600" cy="2977500"/>
          </a:xfrm>
          <a:prstGeom prst="roundRect">
            <a:avLst>
              <a:gd name="adj" fmla="val 799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2" indent="-152400" algn="l" rtl="0">
              <a:spcBef>
                <a:spcPts val="0"/>
              </a:spcBef>
              <a:spcAft>
                <a:spcPts val="600"/>
              </a:spcAft>
              <a:buClr>
                <a:srgbClr val="3F3F3F"/>
              </a:buClr>
              <a:buSzPts val="1200"/>
              <a:buFont typeface="Inter"/>
              <a:buChar char="•"/>
            </a:pPr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</a:t>
            </a:r>
          </a:p>
          <a:p>
            <a:pPr marL="139700" lvl="2" indent="-152400">
              <a:spcAft>
                <a:spcPts val="600"/>
              </a:spcAft>
              <a:buClr>
                <a:srgbClr val="3F3F3F"/>
              </a:buClr>
              <a:buSzPts val="1200"/>
              <a:buFont typeface="Inter"/>
              <a:buChar char="•"/>
            </a:pPr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Важный пункт решения Важный пункт решения  </a:t>
            </a:r>
          </a:p>
          <a:p>
            <a:pPr marL="139700" lvl="2" indent="-152400">
              <a:spcAft>
                <a:spcPts val="600"/>
              </a:spcAft>
              <a:buClr>
                <a:srgbClr val="3F3F3F"/>
              </a:buClr>
              <a:buSzPts val="1200"/>
              <a:buFont typeface="Inter"/>
              <a:buChar char="•"/>
            </a:pPr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 </a:t>
            </a:r>
          </a:p>
          <a:p>
            <a:pPr marL="139700" lvl="2" indent="-152400">
              <a:spcAft>
                <a:spcPts val="600"/>
              </a:spcAft>
              <a:buClr>
                <a:srgbClr val="3F3F3F"/>
              </a:buClr>
              <a:buSzPts val="1200"/>
              <a:buFont typeface="Inter"/>
              <a:buChar char="•"/>
            </a:pPr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Важный пункт решения Важный пункт решения  Важный пункт решения  </a:t>
            </a:r>
          </a:p>
          <a:p>
            <a:pPr marL="139700" lvl="2" indent="-152400">
              <a:spcAft>
                <a:spcPts val="600"/>
              </a:spcAft>
              <a:buClr>
                <a:srgbClr val="3F3F3F"/>
              </a:buClr>
              <a:buSzPts val="1200"/>
              <a:buFont typeface="Inter"/>
              <a:buChar char="•"/>
            </a:pPr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Важный пункт решения  Важный пункт решения  </a:t>
            </a:r>
          </a:p>
          <a:p>
            <a:pPr marL="139700" lvl="2" indent="-152400">
              <a:spcAft>
                <a:spcPts val="600"/>
              </a:spcAft>
              <a:buClr>
                <a:srgbClr val="3F3F3F"/>
              </a:buClr>
              <a:buSzPts val="1200"/>
              <a:buFont typeface="Inter"/>
              <a:buChar char="•"/>
            </a:pPr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 </a:t>
            </a:r>
          </a:p>
          <a:p>
            <a:pPr marL="139700" lvl="2" indent="-152400">
              <a:buClr>
                <a:srgbClr val="3F3F3F"/>
              </a:buClr>
              <a:buSzPts val="1200"/>
              <a:buFont typeface="Inter"/>
              <a:buChar char="•"/>
            </a:pPr>
            <a:endParaRPr sz="12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4616575" y="1986000"/>
            <a:ext cx="4347600" cy="1450200"/>
          </a:xfrm>
          <a:prstGeom prst="roundRect">
            <a:avLst>
              <a:gd name="adj" fmla="val 16667"/>
            </a:avLst>
          </a:prstGeom>
          <a:solidFill>
            <a:srgbClr val="FFFFFF">
              <a:alpha val="4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Анализ показывает рост Анализ показывает рост Анализ показывает рост Анализ показывает </a:t>
            </a:r>
            <a:endParaRPr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797450" y="2132800"/>
            <a:ext cx="992400" cy="3171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Текст</a:t>
            </a:r>
            <a:endParaRPr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grpSp>
        <p:nvGrpSpPr>
          <p:cNvPr id="193" name="Google Shape;193;p22"/>
          <p:cNvGrpSpPr/>
          <p:nvPr/>
        </p:nvGrpSpPr>
        <p:grpSpPr>
          <a:xfrm>
            <a:off x="4841535" y="2164903"/>
            <a:ext cx="252905" cy="252905"/>
            <a:chOff x="643775" y="3679556"/>
            <a:chExt cx="692700" cy="692700"/>
          </a:xfrm>
        </p:grpSpPr>
        <p:sp>
          <p:nvSpPr>
            <p:cNvPr id="194" name="Google Shape;194;p22"/>
            <p:cNvSpPr/>
            <p:nvPr/>
          </p:nvSpPr>
          <p:spPr>
            <a:xfrm>
              <a:off x="643775" y="3679556"/>
              <a:ext cx="692700" cy="692700"/>
            </a:xfrm>
            <a:prstGeom prst="ellipse">
              <a:avLst/>
            </a:prstGeom>
            <a:solidFill>
              <a:srgbClr val="FF0032"/>
            </a:solidFill>
            <a:ln>
              <a:noFill/>
            </a:ln>
          </p:spPr>
          <p:txBody>
            <a:bodyPr spcFirstLastPara="1" wrap="square" lIns="33375" tIns="33375" rIns="33375" bIns="333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1"/>
            </a:p>
          </p:txBody>
        </p:sp>
        <p:pic>
          <p:nvPicPr>
            <p:cNvPr id="195" name="Google Shape;195;p22" title="Group 2136137228.png"/>
            <p:cNvPicPr preferRelativeResize="0"/>
            <p:nvPr/>
          </p:nvPicPr>
          <p:blipFill rotWithShape="1">
            <a:blip r:embed="rId4">
              <a:alphaModFix/>
            </a:blip>
            <a:srcRect t="622" b="622"/>
            <a:stretch/>
          </p:blipFill>
          <p:spPr>
            <a:xfrm>
              <a:off x="809096" y="3844913"/>
              <a:ext cx="362025" cy="362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22"/>
          <p:cNvSpPr/>
          <p:nvPr/>
        </p:nvSpPr>
        <p:spPr>
          <a:xfrm>
            <a:off x="4616575" y="3513300"/>
            <a:ext cx="4347600" cy="1450200"/>
          </a:xfrm>
          <a:prstGeom prst="roundRect">
            <a:avLst>
              <a:gd name="adj" fmla="val 16667"/>
            </a:avLst>
          </a:prstGeom>
          <a:solidFill>
            <a:srgbClr val="FFFFFF">
              <a:alpha val="4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Анализ показывает рост Анализ показывает рост Анализ показывает рост Анализ показывает </a:t>
            </a:r>
            <a:endParaRPr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4797450" y="3656800"/>
            <a:ext cx="992400" cy="3171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Текст</a:t>
            </a:r>
            <a:endParaRPr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grpSp>
        <p:nvGrpSpPr>
          <p:cNvPr id="198" name="Google Shape;198;p22"/>
          <p:cNvGrpSpPr/>
          <p:nvPr/>
        </p:nvGrpSpPr>
        <p:grpSpPr>
          <a:xfrm>
            <a:off x="4841535" y="3688903"/>
            <a:ext cx="252905" cy="252905"/>
            <a:chOff x="643775" y="3679556"/>
            <a:chExt cx="692700" cy="692700"/>
          </a:xfrm>
        </p:grpSpPr>
        <p:sp>
          <p:nvSpPr>
            <p:cNvPr id="199" name="Google Shape;199;p22"/>
            <p:cNvSpPr/>
            <p:nvPr/>
          </p:nvSpPr>
          <p:spPr>
            <a:xfrm>
              <a:off x="643775" y="3679556"/>
              <a:ext cx="692700" cy="692700"/>
            </a:xfrm>
            <a:prstGeom prst="ellipse">
              <a:avLst/>
            </a:prstGeom>
            <a:solidFill>
              <a:srgbClr val="FF0032"/>
            </a:solidFill>
            <a:ln>
              <a:noFill/>
            </a:ln>
          </p:spPr>
          <p:txBody>
            <a:bodyPr spcFirstLastPara="1" wrap="square" lIns="33375" tIns="33375" rIns="33375" bIns="333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1"/>
            </a:p>
          </p:txBody>
        </p:sp>
        <p:pic>
          <p:nvPicPr>
            <p:cNvPr id="200" name="Google Shape;200;p22" title="Group 2136137228.png"/>
            <p:cNvPicPr preferRelativeResize="0"/>
            <p:nvPr/>
          </p:nvPicPr>
          <p:blipFill rotWithShape="1">
            <a:blip r:embed="rId4">
              <a:alphaModFix/>
            </a:blip>
            <a:srcRect t="622" b="622"/>
            <a:stretch/>
          </p:blipFill>
          <p:spPr>
            <a:xfrm>
              <a:off x="809096" y="3844913"/>
              <a:ext cx="362025" cy="362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112;p18">
            <a:extLst>
              <a:ext uri="{FF2B5EF4-FFF2-40B4-BE49-F238E27FC236}">
                <a16:creationId xmlns:a16="http://schemas.microsoft.com/office/drawing/2014/main" id="{70FCC2B0-0B9A-A66C-C2BC-2E7CA41AC1E7}"/>
              </a:ext>
            </a:extLst>
          </p:cNvPr>
          <p:cNvSpPr/>
          <p:nvPr/>
        </p:nvSpPr>
        <p:spPr>
          <a:xfrm>
            <a:off x="180000" y="180000"/>
            <a:ext cx="936900" cy="252900"/>
          </a:xfrm>
          <a:prstGeom prst="roundRect">
            <a:avLst>
              <a:gd name="adj" fmla="val 50000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 dirty="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" name="Google Shape;113;p18">
            <a:extLst>
              <a:ext uri="{FF2B5EF4-FFF2-40B4-BE49-F238E27FC236}">
                <a16:creationId xmlns:a16="http://schemas.microsoft.com/office/drawing/2014/main" id="{BC07D9D3-2176-7C70-2431-7D39B0392062}"/>
              </a:ext>
            </a:extLst>
          </p:cNvPr>
          <p:cNvSpPr/>
          <p:nvPr/>
        </p:nvSpPr>
        <p:spPr>
          <a:xfrm>
            <a:off x="1149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" name="Google Shape;114;p18">
            <a:extLst>
              <a:ext uri="{FF2B5EF4-FFF2-40B4-BE49-F238E27FC236}">
                <a16:creationId xmlns:a16="http://schemas.microsoft.com/office/drawing/2014/main" id="{2413908B-13C1-1B33-4A5D-E3F0253EBB17}"/>
              </a:ext>
            </a:extLst>
          </p:cNvPr>
          <p:cNvSpPr/>
          <p:nvPr/>
        </p:nvSpPr>
        <p:spPr>
          <a:xfrm>
            <a:off x="2119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" name="Google Shape;115;p18">
            <a:extLst>
              <a:ext uri="{FF2B5EF4-FFF2-40B4-BE49-F238E27FC236}">
                <a16:creationId xmlns:a16="http://schemas.microsoft.com/office/drawing/2014/main" id="{F3ED27C6-4FBB-D974-DDBA-B02770ADBF7D}"/>
              </a:ext>
            </a:extLst>
          </p:cNvPr>
          <p:cNvSpPr/>
          <p:nvPr/>
        </p:nvSpPr>
        <p:spPr>
          <a:xfrm>
            <a:off x="30894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6" name="Google Shape;116;p18">
            <a:extLst>
              <a:ext uri="{FF2B5EF4-FFF2-40B4-BE49-F238E27FC236}">
                <a16:creationId xmlns:a16="http://schemas.microsoft.com/office/drawing/2014/main" id="{7556D72D-D07C-6083-F0FF-AF240AB857AF}"/>
              </a:ext>
            </a:extLst>
          </p:cNvPr>
          <p:cNvSpPr/>
          <p:nvPr/>
        </p:nvSpPr>
        <p:spPr>
          <a:xfrm>
            <a:off x="40592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72A30AAF-68C0-00A7-0F0E-A5CBF1F5AB26}"/>
              </a:ext>
            </a:extLst>
          </p:cNvPr>
          <p:cNvSpPr/>
          <p:nvPr/>
        </p:nvSpPr>
        <p:spPr>
          <a:xfrm>
            <a:off x="50290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8" name="Google Shape;118;p18">
            <a:extLst>
              <a:ext uri="{FF2B5EF4-FFF2-40B4-BE49-F238E27FC236}">
                <a16:creationId xmlns:a16="http://schemas.microsoft.com/office/drawing/2014/main" id="{869A7E69-F63C-2973-66D3-03FB2569F413}"/>
              </a:ext>
            </a:extLst>
          </p:cNvPr>
          <p:cNvSpPr/>
          <p:nvPr/>
        </p:nvSpPr>
        <p:spPr>
          <a:xfrm>
            <a:off x="5998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9" name="Google Shape;119;p18">
            <a:extLst>
              <a:ext uri="{FF2B5EF4-FFF2-40B4-BE49-F238E27FC236}">
                <a16:creationId xmlns:a16="http://schemas.microsoft.com/office/drawing/2014/main" id="{09436EE7-83D8-2C23-130D-7607BE3263B5}"/>
              </a:ext>
            </a:extLst>
          </p:cNvPr>
          <p:cNvSpPr/>
          <p:nvPr/>
        </p:nvSpPr>
        <p:spPr>
          <a:xfrm>
            <a:off x="6968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10" name="Google Shape;176;p21">
            <a:extLst>
              <a:ext uri="{FF2B5EF4-FFF2-40B4-BE49-F238E27FC236}">
                <a16:creationId xmlns:a16="http://schemas.microsoft.com/office/drawing/2014/main" id="{4A10BA55-D287-036A-DFB7-CF78D3506CD3}"/>
              </a:ext>
            </a:extLst>
          </p:cNvPr>
          <p:cNvSpPr txBox="1"/>
          <p:nvPr/>
        </p:nvSpPr>
        <p:spPr>
          <a:xfrm>
            <a:off x="180000" y="716775"/>
            <a:ext cx="8784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Тезис слайда: «Анализ показывает рост ….»</a:t>
            </a:r>
            <a:endParaRPr sz="42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5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/>
          <p:nvPr/>
        </p:nvSpPr>
        <p:spPr>
          <a:xfrm>
            <a:off x="180000" y="1986000"/>
            <a:ext cx="2886000" cy="14544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(01)</a:t>
            </a:r>
            <a:endParaRPr sz="1000" dirty="0"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6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2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"/>
              <a:sym typeface="Inter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3128949" y="1986000"/>
            <a:ext cx="2886000" cy="14544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(</a:t>
            </a:r>
            <a:r>
              <a:rPr lang="ru" sz="10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sym typeface="Inter"/>
              </a:rPr>
              <a:t>02)</a:t>
            </a:r>
            <a:endParaRPr sz="1000" dirty="0"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6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2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"/>
              <a:sym typeface="Inter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6077898" y="1986000"/>
            <a:ext cx="2886000" cy="14544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" sz="10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sym typeface="Inter"/>
              </a:rPr>
              <a:t>(03)</a:t>
            </a:r>
            <a:endParaRPr sz="1000" dirty="0"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sym typeface="Inter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ru" sz="16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sym typeface="Inter Medium"/>
              </a:rPr>
              <a:t>Заголовок</a:t>
            </a:r>
            <a:endParaRPr sz="16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sym typeface="Inter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337075" y="2847141"/>
            <a:ext cx="253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Анализ показывает рост Анализ показывает рост Анализ показывает рост Анализ показывает </a:t>
            </a:r>
            <a:endParaRPr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3306850" y="2847141"/>
            <a:ext cx="253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Анализ показывает рост Анализ показывает рост Анализ показывает рост Анализ показывает 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6255800" y="2847141"/>
            <a:ext cx="253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Анализ показывает рост Анализ показывает рост Анализ показывает рост Анализ показывает 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180000" y="3509054"/>
            <a:ext cx="2886000" cy="14544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Font typeface="Arial"/>
              <a:buNone/>
            </a:pPr>
            <a:r>
              <a:rPr lang="ru" sz="10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sym typeface="Inter"/>
              </a:rPr>
              <a:t>(04)</a:t>
            </a:r>
            <a:endParaRPr sz="1000" dirty="0"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sym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" sz="16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sym typeface="Inter Medium"/>
              </a:rPr>
              <a:t>Заголовок</a:t>
            </a:r>
            <a:endParaRPr sz="16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sym typeface="Inter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3128949" y="3509054"/>
            <a:ext cx="2886000" cy="14544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" sz="10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sym typeface="Inter"/>
              </a:rPr>
              <a:t>(05)</a:t>
            </a:r>
            <a:endParaRPr sz="1000" dirty="0"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sym typeface="Inter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Font typeface="Arial"/>
              <a:buNone/>
            </a:pPr>
            <a:r>
              <a:rPr lang="ru" sz="16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sym typeface="Inter Medium"/>
              </a:rPr>
              <a:t>Заголовок</a:t>
            </a:r>
            <a:endParaRPr sz="16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sym typeface="Inter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6077898" y="3509054"/>
            <a:ext cx="2886000" cy="14544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Font typeface="Arial"/>
              <a:buNone/>
            </a:pPr>
            <a:r>
              <a:rPr lang="ru" sz="1000" dirty="0">
                <a:solidFill>
                  <a:srgbClr val="FF0032"/>
                </a:solidFill>
                <a:latin typeface="MTS Text" panose="020B0306020102020303" pitchFamily="34" charset="0"/>
                <a:ea typeface="MTS Text" panose="020B0306020102020303" pitchFamily="34" charset="0"/>
                <a:sym typeface="Inter"/>
              </a:rPr>
              <a:t>(06)</a:t>
            </a:r>
            <a:endParaRPr sz="1000" dirty="0">
              <a:solidFill>
                <a:srgbClr val="FF0032"/>
              </a:solidFill>
              <a:latin typeface="MTS Text" panose="020B0306020102020303" pitchFamily="34" charset="0"/>
              <a:ea typeface="MTS Text" panose="020B0306020102020303" pitchFamily="34" charset="0"/>
              <a:sym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" sz="16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sym typeface="Inter Medium"/>
              </a:rPr>
              <a:t>Заголовок</a:t>
            </a:r>
            <a:endParaRPr sz="16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sym typeface="Inter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337075" y="4369607"/>
            <a:ext cx="253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Анализ показывает рост Анализ показывает рост Анализ показывает рост Анализ показывает </a:t>
            </a:r>
            <a:endParaRPr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3306850" y="4369607"/>
            <a:ext cx="253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Анализ показывает рост Анализ показывает рост Анализ показывает рост Анализ показывает 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6255800" y="4369607"/>
            <a:ext cx="253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Анализ показывает рост Анализ показывает рост Анализ показывает рост Анализ показывает 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" name="Google Shape;112;p18">
            <a:extLst>
              <a:ext uri="{FF2B5EF4-FFF2-40B4-BE49-F238E27FC236}">
                <a16:creationId xmlns:a16="http://schemas.microsoft.com/office/drawing/2014/main" id="{333DA069-E267-7660-CA41-BAB4F181BC2F}"/>
              </a:ext>
            </a:extLst>
          </p:cNvPr>
          <p:cNvSpPr/>
          <p:nvPr/>
        </p:nvSpPr>
        <p:spPr>
          <a:xfrm>
            <a:off x="180000" y="180000"/>
            <a:ext cx="936900" cy="252900"/>
          </a:xfrm>
          <a:prstGeom prst="roundRect">
            <a:avLst>
              <a:gd name="adj" fmla="val 50000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 dirty="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" name="Google Shape;113;p18">
            <a:extLst>
              <a:ext uri="{FF2B5EF4-FFF2-40B4-BE49-F238E27FC236}">
                <a16:creationId xmlns:a16="http://schemas.microsoft.com/office/drawing/2014/main" id="{F83365BE-0014-585E-3DA2-6FC797676B96}"/>
              </a:ext>
            </a:extLst>
          </p:cNvPr>
          <p:cNvSpPr/>
          <p:nvPr/>
        </p:nvSpPr>
        <p:spPr>
          <a:xfrm>
            <a:off x="1149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" name="Google Shape;114;p18">
            <a:extLst>
              <a:ext uri="{FF2B5EF4-FFF2-40B4-BE49-F238E27FC236}">
                <a16:creationId xmlns:a16="http://schemas.microsoft.com/office/drawing/2014/main" id="{E72CF5A8-C78E-8A95-C17F-82D34DC5047C}"/>
              </a:ext>
            </a:extLst>
          </p:cNvPr>
          <p:cNvSpPr/>
          <p:nvPr/>
        </p:nvSpPr>
        <p:spPr>
          <a:xfrm>
            <a:off x="2119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" name="Google Shape;115;p18">
            <a:extLst>
              <a:ext uri="{FF2B5EF4-FFF2-40B4-BE49-F238E27FC236}">
                <a16:creationId xmlns:a16="http://schemas.microsoft.com/office/drawing/2014/main" id="{B6340146-5691-65CE-53A3-332EA6B0A10B}"/>
              </a:ext>
            </a:extLst>
          </p:cNvPr>
          <p:cNvSpPr/>
          <p:nvPr/>
        </p:nvSpPr>
        <p:spPr>
          <a:xfrm>
            <a:off x="30894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6" name="Google Shape;116;p18">
            <a:extLst>
              <a:ext uri="{FF2B5EF4-FFF2-40B4-BE49-F238E27FC236}">
                <a16:creationId xmlns:a16="http://schemas.microsoft.com/office/drawing/2014/main" id="{15433BC0-DDC9-1632-3D38-A1B271EFFC26}"/>
              </a:ext>
            </a:extLst>
          </p:cNvPr>
          <p:cNvSpPr/>
          <p:nvPr/>
        </p:nvSpPr>
        <p:spPr>
          <a:xfrm>
            <a:off x="40592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FA5A78D8-E44D-FC56-5542-E82D9E5EDC26}"/>
              </a:ext>
            </a:extLst>
          </p:cNvPr>
          <p:cNvSpPr/>
          <p:nvPr/>
        </p:nvSpPr>
        <p:spPr>
          <a:xfrm>
            <a:off x="50290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8" name="Google Shape;118;p18">
            <a:extLst>
              <a:ext uri="{FF2B5EF4-FFF2-40B4-BE49-F238E27FC236}">
                <a16:creationId xmlns:a16="http://schemas.microsoft.com/office/drawing/2014/main" id="{08EC0A99-1B7F-BBBF-522C-A34C7FE49AD5}"/>
              </a:ext>
            </a:extLst>
          </p:cNvPr>
          <p:cNvSpPr/>
          <p:nvPr/>
        </p:nvSpPr>
        <p:spPr>
          <a:xfrm>
            <a:off x="5998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9" name="Google Shape;119;p18">
            <a:extLst>
              <a:ext uri="{FF2B5EF4-FFF2-40B4-BE49-F238E27FC236}">
                <a16:creationId xmlns:a16="http://schemas.microsoft.com/office/drawing/2014/main" id="{EE5E7BB8-5D16-A84F-EF0B-432E52FEBA9C}"/>
              </a:ext>
            </a:extLst>
          </p:cNvPr>
          <p:cNvSpPr/>
          <p:nvPr/>
        </p:nvSpPr>
        <p:spPr>
          <a:xfrm>
            <a:off x="6968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10" name="Google Shape;176;p21">
            <a:extLst>
              <a:ext uri="{FF2B5EF4-FFF2-40B4-BE49-F238E27FC236}">
                <a16:creationId xmlns:a16="http://schemas.microsoft.com/office/drawing/2014/main" id="{3FFC7809-7951-DC67-96F0-ED84E725915F}"/>
              </a:ext>
            </a:extLst>
          </p:cNvPr>
          <p:cNvSpPr txBox="1"/>
          <p:nvPr/>
        </p:nvSpPr>
        <p:spPr>
          <a:xfrm>
            <a:off x="180000" y="716775"/>
            <a:ext cx="8784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Тезис слайда: «Анализ показывает рост ….»</a:t>
            </a:r>
            <a:endParaRPr sz="42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8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8"/>
          <p:cNvSpPr/>
          <p:nvPr/>
        </p:nvSpPr>
        <p:spPr>
          <a:xfrm>
            <a:off x="180000" y="1986000"/>
            <a:ext cx="1710900" cy="29775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 Текст Текст Текст Текст</a:t>
            </a:r>
            <a:endParaRPr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1948238" y="1986000"/>
            <a:ext cx="1710900" cy="29775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endParaRPr lang="ru-RU"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  <a:p>
            <a:pPr lvl="0" algn="ctr"/>
            <a:endParaRPr lang="ru-RU"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3716475" y="1986000"/>
            <a:ext cx="1710900" cy="29775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600"/>
              </a:spcAft>
            </a:pP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endParaRPr lang="ru-RU"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5484725" y="1986000"/>
            <a:ext cx="1710900" cy="29775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600"/>
              </a:spcAft>
            </a:pP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endParaRPr lang="ru-RU"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7252975" y="1986000"/>
            <a:ext cx="1710900" cy="29775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600"/>
              </a:spcAft>
            </a:pP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r>
              <a:rPr lang="ru-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 </a:t>
            </a:r>
            <a:r>
              <a:rPr lang="ru-RU" sz="1000" dirty="0" err="1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Текст</a:t>
            </a:r>
            <a:endParaRPr lang="ru-RU"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46" name="Google Shape;346;p28"/>
          <p:cNvSpPr txBox="1"/>
          <p:nvPr/>
        </p:nvSpPr>
        <p:spPr>
          <a:xfrm>
            <a:off x="180000" y="1641200"/>
            <a:ext cx="17109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60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1948250" y="1641200"/>
            <a:ext cx="17109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60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48" name="Google Shape;348;p28"/>
          <p:cNvSpPr txBox="1"/>
          <p:nvPr/>
        </p:nvSpPr>
        <p:spPr>
          <a:xfrm>
            <a:off x="3716500" y="1641200"/>
            <a:ext cx="17109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60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49" name="Google Shape;349;p28"/>
          <p:cNvSpPr txBox="1"/>
          <p:nvPr/>
        </p:nvSpPr>
        <p:spPr>
          <a:xfrm>
            <a:off x="5484750" y="1641200"/>
            <a:ext cx="17109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60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50" name="Google Shape;350;p28"/>
          <p:cNvSpPr txBox="1"/>
          <p:nvPr/>
        </p:nvSpPr>
        <p:spPr>
          <a:xfrm>
            <a:off x="7253000" y="1641200"/>
            <a:ext cx="17109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60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398250" y="2898475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398250" y="3278979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398250" y="3659483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398250" y="4039986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398250" y="4420490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2166488" y="2898475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2166488" y="3278979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2166488" y="3659483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3934725" y="2898475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3934725" y="3278979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3934725" y="3659483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3934725" y="4039983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5702963" y="2898475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5702963" y="3278979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5702963" y="3659483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7471225" y="2898475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7" name="Google Shape;367;p28"/>
          <p:cNvSpPr/>
          <p:nvPr/>
        </p:nvSpPr>
        <p:spPr>
          <a:xfrm>
            <a:off x="7471225" y="3278979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7471225" y="3659483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7471225" y="4039983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pic>
        <p:nvPicPr>
          <p:cNvPr id="370" name="Google Shape;370;p28" title="robot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4691" y="4059217"/>
            <a:ext cx="2168675" cy="2168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2;p18">
            <a:extLst>
              <a:ext uri="{FF2B5EF4-FFF2-40B4-BE49-F238E27FC236}">
                <a16:creationId xmlns:a16="http://schemas.microsoft.com/office/drawing/2014/main" id="{A640E235-47A0-59D8-9DE8-F4C6299F11C7}"/>
              </a:ext>
            </a:extLst>
          </p:cNvPr>
          <p:cNvSpPr/>
          <p:nvPr/>
        </p:nvSpPr>
        <p:spPr>
          <a:xfrm>
            <a:off x="180000" y="180000"/>
            <a:ext cx="936900" cy="252900"/>
          </a:xfrm>
          <a:prstGeom prst="roundRect">
            <a:avLst>
              <a:gd name="adj" fmla="val 50000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 dirty="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" name="Google Shape;113;p18">
            <a:extLst>
              <a:ext uri="{FF2B5EF4-FFF2-40B4-BE49-F238E27FC236}">
                <a16:creationId xmlns:a16="http://schemas.microsoft.com/office/drawing/2014/main" id="{F65BCA39-525E-FDD0-B6C3-38F0CEBF5AFC}"/>
              </a:ext>
            </a:extLst>
          </p:cNvPr>
          <p:cNvSpPr/>
          <p:nvPr/>
        </p:nvSpPr>
        <p:spPr>
          <a:xfrm>
            <a:off x="1149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" name="Google Shape;114;p18">
            <a:extLst>
              <a:ext uri="{FF2B5EF4-FFF2-40B4-BE49-F238E27FC236}">
                <a16:creationId xmlns:a16="http://schemas.microsoft.com/office/drawing/2014/main" id="{1A2AEC92-BA5E-8C29-ECC5-53AFB584A5C2}"/>
              </a:ext>
            </a:extLst>
          </p:cNvPr>
          <p:cNvSpPr/>
          <p:nvPr/>
        </p:nvSpPr>
        <p:spPr>
          <a:xfrm>
            <a:off x="2119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" name="Google Shape;115;p18">
            <a:extLst>
              <a:ext uri="{FF2B5EF4-FFF2-40B4-BE49-F238E27FC236}">
                <a16:creationId xmlns:a16="http://schemas.microsoft.com/office/drawing/2014/main" id="{22150219-330B-FBED-F489-A525853946B6}"/>
              </a:ext>
            </a:extLst>
          </p:cNvPr>
          <p:cNvSpPr/>
          <p:nvPr/>
        </p:nvSpPr>
        <p:spPr>
          <a:xfrm>
            <a:off x="30894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6" name="Google Shape;116;p18">
            <a:extLst>
              <a:ext uri="{FF2B5EF4-FFF2-40B4-BE49-F238E27FC236}">
                <a16:creationId xmlns:a16="http://schemas.microsoft.com/office/drawing/2014/main" id="{A306A8B8-9B36-85F2-C370-204BF023BB99}"/>
              </a:ext>
            </a:extLst>
          </p:cNvPr>
          <p:cNvSpPr/>
          <p:nvPr/>
        </p:nvSpPr>
        <p:spPr>
          <a:xfrm>
            <a:off x="40592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6B90F7CF-14FD-87E0-8BA5-E98397D84449}"/>
              </a:ext>
            </a:extLst>
          </p:cNvPr>
          <p:cNvSpPr/>
          <p:nvPr/>
        </p:nvSpPr>
        <p:spPr>
          <a:xfrm>
            <a:off x="50290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8" name="Google Shape;118;p18">
            <a:extLst>
              <a:ext uri="{FF2B5EF4-FFF2-40B4-BE49-F238E27FC236}">
                <a16:creationId xmlns:a16="http://schemas.microsoft.com/office/drawing/2014/main" id="{1CE2FC8A-D394-A598-0884-9DFB522C7CD9}"/>
              </a:ext>
            </a:extLst>
          </p:cNvPr>
          <p:cNvSpPr/>
          <p:nvPr/>
        </p:nvSpPr>
        <p:spPr>
          <a:xfrm>
            <a:off x="5998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9" name="Google Shape;119;p18">
            <a:extLst>
              <a:ext uri="{FF2B5EF4-FFF2-40B4-BE49-F238E27FC236}">
                <a16:creationId xmlns:a16="http://schemas.microsoft.com/office/drawing/2014/main" id="{22A249E8-BBD0-C392-8918-46D8FC3BE002}"/>
              </a:ext>
            </a:extLst>
          </p:cNvPr>
          <p:cNvSpPr/>
          <p:nvPr/>
        </p:nvSpPr>
        <p:spPr>
          <a:xfrm>
            <a:off x="6968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10" name="Google Shape;176;p21">
            <a:extLst>
              <a:ext uri="{FF2B5EF4-FFF2-40B4-BE49-F238E27FC236}">
                <a16:creationId xmlns:a16="http://schemas.microsoft.com/office/drawing/2014/main" id="{8934D9B6-51B4-2283-B806-234841831B06}"/>
              </a:ext>
            </a:extLst>
          </p:cNvPr>
          <p:cNvSpPr txBox="1"/>
          <p:nvPr/>
        </p:nvSpPr>
        <p:spPr>
          <a:xfrm>
            <a:off x="180000" y="716775"/>
            <a:ext cx="8784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Тезис слайда:</a:t>
            </a:r>
            <a:endParaRPr sz="42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12" name="Google Shape;351;p28">
            <a:extLst>
              <a:ext uri="{FF2B5EF4-FFF2-40B4-BE49-F238E27FC236}">
                <a16:creationId xmlns:a16="http://schemas.microsoft.com/office/drawing/2014/main" id="{705A33CF-6ADF-FF5A-43C7-7079F772CAC5}"/>
              </a:ext>
            </a:extLst>
          </p:cNvPr>
          <p:cNvSpPr/>
          <p:nvPr/>
        </p:nvSpPr>
        <p:spPr>
          <a:xfrm>
            <a:off x="398250" y="2517971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14" name="Google Shape;351;p28">
            <a:extLst>
              <a:ext uri="{FF2B5EF4-FFF2-40B4-BE49-F238E27FC236}">
                <a16:creationId xmlns:a16="http://schemas.microsoft.com/office/drawing/2014/main" id="{E1B78915-D199-1DAB-B3D2-369F978E8E75}"/>
              </a:ext>
            </a:extLst>
          </p:cNvPr>
          <p:cNvSpPr/>
          <p:nvPr/>
        </p:nvSpPr>
        <p:spPr>
          <a:xfrm>
            <a:off x="3934725" y="2517971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16" name="Google Shape;351;p28">
            <a:extLst>
              <a:ext uri="{FF2B5EF4-FFF2-40B4-BE49-F238E27FC236}">
                <a16:creationId xmlns:a16="http://schemas.microsoft.com/office/drawing/2014/main" id="{7823FF8B-3221-FDFC-7F9D-1E75805FDD86}"/>
              </a:ext>
            </a:extLst>
          </p:cNvPr>
          <p:cNvSpPr/>
          <p:nvPr/>
        </p:nvSpPr>
        <p:spPr>
          <a:xfrm>
            <a:off x="5694207" y="2517971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0" name="Google Shape;358;p28">
            <a:extLst>
              <a:ext uri="{FF2B5EF4-FFF2-40B4-BE49-F238E27FC236}">
                <a16:creationId xmlns:a16="http://schemas.microsoft.com/office/drawing/2014/main" id="{4DFDEFFB-25BB-77DB-D10F-790A2C32F663}"/>
              </a:ext>
            </a:extLst>
          </p:cNvPr>
          <p:cNvSpPr/>
          <p:nvPr/>
        </p:nvSpPr>
        <p:spPr>
          <a:xfrm>
            <a:off x="2166488" y="2517971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2" name="Google Shape;358;p28">
            <a:extLst>
              <a:ext uri="{FF2B5EF4-FFF2-40B4-BE49-F238E27FC236}">
                <a16:creationId xmlns:a16="http://schemas.microsoft.com/office/drawing/2014/main" id="{6788A9EF-BB76-DDB1-60F6-1FC9EF697C41}"/>
              </a:ext>
            </a:extLst>
          </p:cNvPr>
          <p:cNvSpPr/>
          <p:nvPr/>
        </p:nvSpPr>
        <p:spPr>
          <a:xfrm>
            <a:off x="7471225" y="2517971"/>
            <a:ext cx="1274400" cy="334200"/>
          </a:xfrm>
          <a:prstGeom prst="roundRect">
            <a:avLst>
              <a:gd name="adj" fmla="val 50000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"/>
          <p:cNvSpPr/>
          <p:nvPr/>
        </p:nvSpPr>
        <p:spPr>
          <a:xfrm>
            <a:off x="4616575" y="1440000"/>
            <a:ext cx="4347600" cy="3523500"/>
          </a:xfrm>
          <a:prstGeom prst="roundRect">
            <a:avLst>
              <a:gd name="adj" fmla="val 584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385" name="Google Shape;385;p29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9"/>
          <p:cNvSpPr/>
          <p:nvPr/>
        </p:nvSpPr>
        <p:spPr>
          <a:xfrm>
            <a:off x="180000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916448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1652895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2389343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3125790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3862238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180000" y="3348175"/>
            <a:ext cx="666600" cy="1615500"/>
          </a:xfrm>
          <a:prstGeom prst="roundRect">
            <a:avLst>
              <a:gd name="adj" fmla="val 16472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916450" y="3656800"/>
            <a:ext cx="666600" cy="13068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1652900" y="3656800"/>
            <a:ext cx="666600" cy="13068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2389350" y="3973900"/>
            <a:ext cx="666600" cy="9897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3125800" y="4281450"/>
            <a:ext cx="666600" cy="6822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3871188" y="4281450"/>
            <a:ext cx="666600" cy="6822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>
            <a:off x="281100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 dirty="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1017550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1754000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2494925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3231375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3972288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180000" y="1602325"/>
            <a:ext cx="36912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Тезис слайда:</a:t>
            </a:r>
            <a:endParaRPr sz="1800" dirty="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4785099" y="1602325"/>
            <a:ext cx="36912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Тезис слайда:</a:t>
            </a:r>
            <a:endParaRPr sz="1800" dirty="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cxnSp>
        <p:nvCxnSpPr>
          <p:cNvPr id="406" name="Google Shape;406;p29"/>
          <p:cNvCxnSpPr/>
          <p:nvPr/>
        </p:nvCxnSpPr>
        <p:spPr>
          <a:xfrm>
            <a:off x="4777293" y="1951676"/>
            <a:ext cx="4026300" cy="0"/>
          </a:xfrm>
          <a:prstGeom prst="straightConnector1">
            <a:avLst/>
          </a:prstGeom>
          <a:noFill/>
          <a:ln w="9525" cap="flat" cmpd="sng">
            <a:solidFill>
              <a:srgbClr val="626C7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Google Shape;407;p29"/>
          <p:cNvSpPr txBox="1"/>
          <p:nvPr/>
        </p:nvSpPr>
        <p:spPr>
          <a:xfrm>
            <a:off x="281100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08" name="Google Shape;408;p29"/>
          <p:cNvSpPr txBox="1"/>
          <p:nvPr/>
        </p:nvSpPr>
        <p:spPr>
          <a:xfrm>
            <a:off x="1017550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09" name="Google Shape;409;p29"/>
          <p:cNvSpPr txBox="1"/>
          <p:nvPr/>
        </p:nvSpPr>
        <p:spPr>
          <a:xfrm>
            <a:off x="1754000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10" name="Google Shape;410;p29"/>
          <p:cNvSpPr txBox="1"/>
          <p:nvPr/>
        </p:nvSpPr>
        <p:spPr>
          <a:xfrm>
            <a:off x="2494925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11" name="Google Shape;411;p29"/>
          <p:cNvSpPr txBox="1"/>
          <p:nvPr/>
        </p:nvSpPr>
        <p:spPr>
          <a:xfrm>
            <a:off x="3231375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12" name="Google Shape;412;p29"/>
          <p:cNvSpPr txBox="1"/>
          <p:nvPr/>
        </p:nvSpPr>
        <p:spPr>
          <a:xfrm>
            <a:off x="3972288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13" name="Google Shape;413;p29"/>
          <p:cNvSpPr txBox="1"/>
          <p:nvPr/>
        </p:nvSpPr>
        <p:spPr>
          <a:xfrm>
            <a:off x="4785099" y="2076497"/>
            <a:ext cx="306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при носит определенный эффект</a:t>
            </a:r>
            <a:endParaRPr sz="12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8000375" y="2119547"/>
            <a:ext cx="4644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+23</a:t>
            </a:r>
            <a:endParaRPr sz="1800" dirty="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>
            <a:off x="8484898" y="2137997"/>
            <a:ext cx="3267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тыс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cxnSp>
        <p:nvCxnSpPr>
          <p:cNvPr id="416" name="Google Shape;416;p29"/>
          <p:cNvCxnSpPr/>
          <p:nvPr/>
        </p:nvCxnSpPr>
        <p:spPr>
          <a:xfrm>
            <a:off x="4777150" y="2556200"/>
            <a:ext cx="4026300" cy="0"/>
          </a:xfrm>
          <a:prstGeom prst="straightConnector1">
            <a:avLst/>
          </a:prstGeom>
          <a:noFill/>
          <a:ln w="9525" cap="flat" cmpd="sng">
            <a:solidFill>
              <a:srgbClr val="BCBCB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7" name="Google Shape;417;p29"/>
          <p:cNvSpPr txBox="1"/>
          <p:nvPr/>
        </p:nvSpPr>
        <p:spPr>
          <a:xfrm>
            <a:off x="4785099" y="2655785"/>
            <a:ext cx="306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при носит определенный эффект</a:t>
            </a:r>
          </a:p>
        </p:txBody>
      </p:sp>
      <p:sp>
        <p:nvSpPr>
          <p:cNvPr id="418" name="Google Shape;418;p29"/>
          <p:cNvSpPr txBox="1"/>
          <p:nvPr/>
        </p:nvSpPr>
        <p:spPr>
          <a:xfrm>
            <a:off x="8000375" y="2698835"/>
            <a:ext cx="4644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+23</a:t>
            </a:r>
            <a:endParaRPr sz="18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19" name="Google Shape;419;p29"/>
          <p:cNvSpPr txBox="1"/>
          <p:nvPr/>
        </p:nvSpPr>
        <p:spPr>
          <a:xfrm>
            <a:off x="8484898" y="2717285"/>
            <a:ext cx="3267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тыс</a:t>
            </a:r>
            <a:endParaRPr sz="1200" dirty="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cxnSp>
        <p:nvCxnSpPr>
          <p:cNvPr id="420" name="Google Shape;420;p29"/>
          <p:cNvCxnSpPr/>
          <p:nvPr/>
        </p:nvCxnSpPr>
        <p:spPr>
          <a:xfrm>
            <a:off x="4777150" y="3135512"/>
            <a:ext cx="4026300" cy="0"/>
          </a:xfrm>
          <a:prstGeom prst="straightConnector1">
            <a:avLst/>
          </a:prstGeom>
          <a:noFill/>
          <a:ln w="9525" cap="flat" cmpd="sng">
            <a:solidFill>
              <a:srgbClr val="BCBCB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1" name="Google Shape;421;p29"/>
          <p:cNvSpPr txBox="1"/>
          <p:nvPr/>
        </p:nvSpPr>
        <p:spPr>
          <a:xfrm>
            <a:off x="4785099" y="3235097"/>
            <a:ext cx="306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при носит определенный эффект</a:t>
            </a:r>
          </a:p>
        </p:txBody>
      </p:sp>
      <p:sp>
        <p:nvSpPr>
          <p:cNvPr id="422" name="Google Shape;422;p29"/>
          <p:cNvSpPr txBox="1"/>
          <p:nvPr/>
        </p:nvSpPr>
        <p:spPr>
          <a:xfrm>
            <a:off x="8000375" y="3278147"/>
            <a:ext cx="4644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+23</a:t>
            </a:r>
            <a:endParaRPr sz="18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23" name="Google Shape;423;p29"/>
          <p:cNvSpPr txBox="1"/>
          <p:nvPr/>
        </p:nvSpPr>
        <p:spPr>
          <a:xfrm>
            <a:off x="8484898" y="3296597"/>
            <a:ext cx="3267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тыс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cxnSp>
        <p:nvCxnSpPr>
          <p:cNvPr id="424" name="Google Shape;424;p29"/>
          <p:cNvCxnSpPr/>
          <p:nvPr/>
        </p:nvCxnSpPr>
        <p:spPr>
          <a:xfrm>
            <a:off x="4777150" y="3721250"/>
            <a:ext cx="4026300" cy="0"/>
          </a:xfrm>
          <a:prstGeom prst="straightConnector1">
            <a:avLst/>
          </a:prstGeom>
          <a:noFill/>
          <a:ln w="9525" cap="flat" cmpd="sng">
            <a:solidFill>
              <a:srgbClr val="BCBCB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5" name="Google Shape;425;p29"/>
          <p:cNvSpPr txBox="1"/>
          <p:nvPr/>
        </p:nvSpPr>
        <p:spPr>
          <a:xfrm>
            <a:off x="4785099" y="3820835"/>
            <a:ext cx="306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при носит определенный эффект</a:t>
            </a:r>
          </a:p>
        </p:txBody>
      </p:sp>
      <p:sp>
        <p:nvSpPr>
          <p:cNvPr id="426" name="Google Shape;426;p29"/>
          <p:cNvSpPr txBox="1"/>
          <p:nvPr/>
        </p:nvSpPr>
        <p:spPr>
          <a:xfrm>
            <a:off x="8000375" y="3863885"/>
            <a:ext cx="4644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+23</a:t>
            </a:r>
            <a:endParaRPr sz="18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8484898" y="3882335"/>
            <a:ext cx="3267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тыс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cxnSp>
        <p:nvCxnSpPr>
          <p:cNvPr id="428" name="Google Shape;428;p29"/>
          <p:cNvCxnSpPr/>
          <p:nvPr/>
        </p:nvCxnSpPr>
        <p:spPr>
          <a:xfrm>
            <a:off x="4777150" y="4312075"/>
            <a:ext cx="4026300" cy="0"/>
          </a:xfrm>
          <a:prstGeom prst="straightConnector1">
            <a:avLst/>
          </a:prstGeom>
          <a:noFill/>
          <a:ln w="9525" cap="flat" cmpd="sng">
            <a:solidFill>
              <a:srgbClr val="BCBCB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9" name="Google Shape;429;p29"/>
          <p:cNvSpPr txBox="1"/>
          <p:nvPr/>
        </p:nvSpPr>
        <p:spPr>
          <a:xfrm>
            <a:off x="4785099" y="4431538"/>
            <a:ext cx="306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ru-RU" sz="12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Важный пункт решения при носит определенный эффект</a:t>
            </a:r>
          </a:p>
        </p:txBody>
      </p:sp>
      <p:sp>
        <p:nvSpPr>
          <p:cNvPr id="430" name="Google Shape;430;p29"/>
          <p:cNvSpPr txBox="1"/>
          <p:nvPr/>
        </p:nvSpPr>
        <p:spPr>
          <a:xfrm>
            <a:off x="8000375" y="4474588"/>
            <a:ext cx="4644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+23</a:t>
            </a:r>
            <a:endParaRPr sz="18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31" name="Google Shape;431;p29"/>
          <p:cNvSpPr txBox="1"/>
          <p:nvPr/>
        </p:nvSpPr>
        <p:spPr>
          <a:xfrm>
            <a:off x="8484898" y="4493038"/>
            <a:ext cx="3267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" sz="12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тыс</a:t>
            </a:r>
            <a:endParaRPr sz="12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" name="Google Shape;112;p18">
            <a:extLst>
              <a:ext uri="{FF2B5EF4-FFF2-40B4-BE49-F238E27FC236}">
                <a16:creationId xmlns:a16="http://schemas.microsoft.com/office/drawing/2014/main" id="{7236E1D8-7A63-84F7-7A6A-A2F448C69E7E}"/>
              </a:ext>
            </a:extLst>
          </p:cNvPr>
          <p:cNvSpPr/>
          <p:nvPr/>
        </p:nvSpPr>
        <p:spPr>
          <a:xfrm>
            <a:off x="180000" y="180000"/>
            <a:ext cx="936900" cy="252900"/>
          </a:xfrm>
          <a:prstGeom prst="roundRect">
            <a:avLst>
              <a:gd name="adj" fmla="val 50000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 dirty="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" name="Google Shape;113;p18">
            <a:extLst>
              <a:ext uri="{FF2B5EF4-FFF2-40B4-BE49-F238E27FC236}">
                <a16:creationId xmlns:a16="http://schemas.microsoft.com/office/drawing/2014/main" id="{71E58B80-4F4B-7EBA-610A-B6D94CA5CFEB}"/>
              </a:ext>
            </a:extLst>
          </p:cNvPr>
          <p:cNvSpPr/>
          <p:nvPr/>
        </p:nvSpPr>
        <p:spPr>
          <a:xfrm>
            <a:off x="1149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" name="Google Shape;114;p18">
            <a:extLst>
              <a:ext uri="{FF2B5EF4-FFF2-40B4-BE49-F238E27FC236}">
                <a16:creationId xmlns:a16="http://schemas.microsoft.com/office/drawing/2014/main" id="{A4D2B56C-C72A-74DD-122A-7927A59248AE}"/>
              </a:ext>
            </a:extLst>
          </p:cNvPr>
          <p:cNvSpPr/>
          <p:nvPr/>
        </p:nvSpPr>
        <p:spPr>
          <a:xfrm>
            <a:off x="2119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" name="Google Shape;115;p18">
            <a:extLst>
              <a:ext uri="{FF2B5EF4-FFF2-40B4-BE49-F238E27FC236}">
                <a16:creationId xmlns:a16="http://schemas.microsoft.com/office/drawing/2014/main" id="{3CCC0F7A-4F3A-99C8-187A-7689E618FE78}"/>
              </a:ext>
            </a:extLst>
          </p:cNvPr>
          <p:cNvSpPr/>
          <p:nvPr/>
        </p:nvSpPr>
        <p:spPr>
          <a:xfrm>
            <a:off x="30894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6" name="Google Shape;116;p18">
            <a:extLst>
              <a:ext uri="{FF2B5EF4-FFF2-40B4-BE49-F238E27FC236}">
                <a16:creationId xmlns:a16="http://schemas.microsoft.com/office/drawing/2014/main" id="{28CC9C95-FB9C-7E70-3819-F967C54D2375}"/>
              </a:ext>
            </a:extLst>
          </p:cNvPr>
          <p:cNvSpPr/>
          <p:nvPr/>
        </p:nvSpPr>
        <p:spPr>
          <a:xfrm>
            <a:off x="40592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6C6DE225-6771-EF50-245B-BC15B86202FA}"/>
              </a:ext>
            </a:extLst>
          </p:cNvPr>
          <p:cNvSpPr/>
          <p:nvPr/>
        </p:nvSpPr>
        <p:spPr>
          <a:xfrm>
            <a:off x="50290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8" name="Google Shape;118;p18">
            <a:extLst>
              <a:ext uri="{FF2B5EF4-FFF2-40B4-BE49-F238E27FC236}">
                <a16:creationId xmlns:a16="http://schemas.microsoft.com/office/drawing/2014/main" id="{83F5B6A7-F51E-D799-817C-0BE6559A13B1}"/>
              </a:ext>
            </a:extLst>
          </p:cNvPr>
          <p:cNvSpPr/>
          <p:nvPr/>
        </p:nvSpPr>
        <p:spPr>
          <a:xfrm>
            <a:off x="5998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9" name="Google Shape;119;p18">
            <a:extLst>
              <a:ext uri="{FF2B5EF4-FFF2-40B4-BE49-F238E27FC236}">
                <a16:creationId xmlns:a16="http://schemas.microsoft.com/office/drawing/2014/main" id="{2B24F291-D442-FF28-1EB2-949398D9EBB2}"/>
              </a:ext>
            </a:extLst>
          </p:cNvPr>
          <p:cNvSpPr/>
          <p:nvPr/>
        </p:nvSpPr>
        <p:spPr>
          <a:xfrm>
            <a:off x="6968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10" name="Google Shape;176;p21">
            <a:extLst>
              <a:ext uri="{FF2B5EF4-FFF2-40B4-BE49-F238E27FC236}">
                <a16:creationId xmlns:a16="http://schemas.microsoft.com/office/drawing/2014/main" id="{FAA0226E-AFAE-B436-2E55-5E496EBF56F5}"/>
              </a:ext>
            </a:extLst>
          </p:cNvPr>
          <p:cNvSpPr txBox="1"/>
          <p:nvPr/>
        </p:nvSpPr>
        <p:spPr>
          <a:xfrm>
            <a:off x="180000" y="716775"/>
            <a:ext cx="8784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Тезис слайда:</a:t>
            </a:r>
            <a:endParaRPr sz="42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0"/>
          <p:cNvSpPr/>
          <p:nvPr/>
        </p:nvSpPr>
        <p:spPr>
          <a:xfrm>
            <a:off x="4616600" y="1602325"/>
            <a:ext cx="2148900" cy="3361200"/>
          </a:xfrm>
          <a:prstGeom prst="roundRect">
            <a:avLst>
              <a:gd name="adj" fmla="val 1200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Заголовок диаграммы</a:t>
            </a:r>
            <a:endParaRPr sz="1600" dirty="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38" name="Google Shape;438;p30"/>
          <p:cNvSpPr/>
          <p:nvPr/>
        </p:nvSpPr>
        <p:spPr>
          <a:xfrm>
            <a:off x="6815150" y="1592386"/>
            <a:ext cx="2148900" cy="3361200"/>
          </a:xfrm>
          <a:prstGeom prst="roundRect">
            <a:avLst>
              <a:gd name="adj" fmla="val 1109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Заголовок диаграммы</a:t>
            </a:r>
            <a:endParaRPr sz="16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pic>
        <p:nvPicPr>
          <p:cNvPr id="447" name="Google Shape;447;p30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0"/>
          <p:cNvSpPr/>
          <p:nvPr/>
        </p:nvSpPr>
        <p:spPr>
          <a:xfrm>
            <a:off x="180000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30"/>
          <p:cNvSpPr/>
          <p:nvPr/>
        </p:nvSpPr>
        <p:spPr>
          <a:xfrm>
            <a:off x="916448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1652895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2389343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3125790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30"/>
          <p:cNvSpPr/>
          <p:nvPr/>
        </p:nvSpPr>
        <p:spPr>
          <a:xfrm>
            <a:off x="3862238" y="1986000"/>
            <a:ext cx="666600" cy="2977500"/>
          </a:xfrm>
          <a:prstGeom prst="roundRect">
            <a:avLst>
              <a:gd name="adj" fmla="val 16472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4" name="Google Shape;454;p30"/>
          <p:cNvSpPr/>
          <p:nvPr/>
        </p:nvSpPr>
        <p:spPr>
          <a:xfrm>
            <a:off x="180000" y="3348175"/>
            <a:ext cx="666600" cy="1615500"/>
          </a:xfrm>
          <a:prstGeom prst="roundRect">
            <a:avLst>
              <a:gd name="adj" fmla="val 16472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916450" y="3656800"/>
            <a:ext cx="666600" cy="13068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1652900" y="3656800"/>
            <a:ext cx="666600" cy="13068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30"/>
          <p:cNvSpPr/>
          <p:nvPr/>
        </p:nvSpPr>
        <p:spPr>
          <a:xfrm>
            <a:off x="2389350" y="3973900"/>
            <a:ext cx="666600" cy="9897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3125800" y="4281450"/>
            <a:ext cx="666600" cy="6822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30"/>
          <p:cNvSpPr/>
          <p:nvPr/>
        </p:nvSpPr>
        <p:spPr>
          <a:xfrm>
            <a:off x="3871188" y="4281450"/>
            <a:ext cx="666600" cy="6822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0"/>
          <p:cNvSpPr txBox="1"/>
          <p:nvPr/>
        </p:nvSpPr>
        <p:spPr>
          <a:xfrm>
            <a:off x="281100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1017550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1754000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63" name="Google Shape;463;p30"/>
          <p:cNvSpPr txBox="1"/>
          <p:nvPr/>
        </p:nvSpPr>
        <p:spPr>
          <a:xfrm>
            <a:off x="2494925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64" name="Google Shape;464;p30"/>
          <p:cNvSpPr txBox="1"/>
          <p:nvPr/>
        </p:nvSpPr>
        <p:spPr>
          <a:xfrm>
            <a:off x="3231375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3972288" y="4722471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2026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180000" y="1602325"/>
            <a:ext cx="36912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Тезис слайда:</a:t>
            </a:r>
            <a:endParaRPr sz="1800" dirty="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281100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1017550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1754000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2494925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3231375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472" name="Google Shape;472;p30"/>
          <p:cNvSpPr txBox="1"/>
          <p:nvPr/>
        </p:nvSpPr>
        <p:spPr>
          <a:xfrm>
            <a:off x="3972288" y="2120682"/>
            <a:ext cx="4644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23%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pic>
        <p:nvPicPr>
          <p:cNvPr id="473" name="Google Shape;473;p30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9124" y="2242701"/>
            <a:ext cx="1763850" cy="1722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4" name="Google Shape;474;p30"/>
          <p:cNvGrpSpPr/>
          <p:nvPr/>
        </p:nvGrpSpPr>
        <p:grpSpPr>
          <a:xfrm>
            <a:off x="4770000" y="4084750"/>
            <a:ext cx="1872479" cy="160863"/>
            <a:chOff x="4741775" y="4162450"/>
            <a:chExt cx="1872479" cy="160863"/>
          </a:xfrm>
        </p:grpSpPr>
        <p:sp>
          <p:nvSpPr>
            <p:cNvPr id="475" name="Google Shape;475;p30"/>
            <p:cNvSpPr/>
            <p:nvPr/>
          </p:nvSpPr>
          <p:spPr>
            <a:xfrm>
              <a:off x="4741775" y="4162450"/>
              <a:ext cx="155400" cy="155400"/>
            </a:xfrm>
            <a:prstGeom prst="roundRect">
              <a:avLst>
                <a:gd name="adj" fmla="val 32272"/>
              </a:avLst>
            </a:prstGeom>
            <a:solidFill>
              <a:srgbClr val="FF00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 txBox="1"/>
            <p:nvPr/>
          </p:nvSpPr>
          <p:spPr>
            <a:xfrm>
              <a:off x="4939354" y="4169425"/>
              <a:ext cx="16749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ru" sz="1000" dirty="0">
                  <a:solidFill>
                    <a:srgbClr val="3F3F3F"/>
                  </a:solidFill>
                  <a:latin typeface="MTS Text" panose="020B0306020102020303" pitchFamily="34" charset="0"/>
                  <a:ea typeface="MTS Text" panose="020B0306020102020303" pitchFamily="34" charset="0"/>
                  <a:cs typeface="Inter"/>
                  <a:sym typeface="Inter"/>
                </a:rPr>
                <a:t>Команда 1</a:t>
              </a:r>
              <a:endParaRPr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endParaRPr>
            </a:p>
          </p:txBody>
        </p:sp>
      </p:grpSp>
      <p:grpSp>
        <p:nvGrpSpPr>
          <p:cNvPr id="477" name="Google Shape;477;p30"/>
          <p:cNvGrpSpPr/>
          <p:nvPr/>
        </p:nvGrpSpPr>
        <p:grpSpPr>
          <a:xfrm>
            <a:off x="4770000" y="4288450"/>
            <a:ext cx="1872479" cy="160863"/>
            <a:chOff x="4741775" y="4162450"/>
            <a:chExt cx="1872479" cy="160863"/>
          </a:xfrm>
        </p:grpSpPr>
        <p:sp>
          <p:nvSpPr>
            <p:cNvPr id="478" name="Google Shape;478;p30"/>
            <p:cNvSpPr/>
            <p:nvPr/>
          </p:nvSpPr>
          <p:spPr>
            <a:xfrm>
              <a:off x="4741775" y="4162450"/>
              <a:ext cx="155400" cy="155400"/>
            </a:xfrm>
            <a:prstGeom prst="roundRect">
              <a:avLst>
                <a:gd name="adj" fmla="val 32272"/>
              </a:avLst>
            </a:prstGeom>
            <a:solidFill>
              <a:srgbClr val="E1C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 txBox="1"/>
            <p:nvPr/>
          </p:nvSpPr>
          <p:spPr>
            <a:xfrm>
              <a:off x="4939354" y="4169425"/>
              <a:ext cx="16749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ru" sz="1000" dirty="0">
                  <a:solidFill>
                    <a:srgbClr val="3F3F3F"/>
                  </a:solidFill>
                  <a:latin typeface="MTS Text" panose="020B0306020102020303" pitchFamily="34" charset="0"/>
                  <a:ea typeface="MTS Text" panose="020B0306020102020303" pitchFamily="34" charset="0"/>
                  <a:cs typeface="Inter"/>
                  <a:sym typeface="Inter"/>
                </a:rPr>
                <a:t>Команда 2</a:t>
              </a:r>
              <a:endParaRPr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endParaRPr>
            </a:p>
          </p:txBody>
        </p:sp>
      </p:grpSp>
      <p:grpSp>
        <p:nvGrpSpPr>
          <p:cNvPr id="480" name="Google Shape;480;p30"/>
          <p:cNvGrpSpPr/>
          <p:nvPr/>
        </p:nvGrpSpPr>
        <p:grpSpPr>
          <a:xfrm>
            <a:off x="4770000" y="4492152"/>
            <a:ext cx="1872475" cy="160863"/>
            <a:chOff x="4741775" y="4162450"/>
            <a:chExt cx="1872475" cy="160863"/>
          </a:xfrm>
        </p:grpSpPr>
        <p:sp>
          <p:nvSpPr>
            <p:cNvPr id="481" name="Google Shape;481;p30"/>
            <p:cNvSpPr/>
            <p:nvPr/>
          </p:nvSpPr>
          <p:spPr>
            <a:xfrm>
              <a:off x="4741775" y="4162450"/>
              <a:ext cx="155400" cy="155400"/>
            </a:xfrm>
            <a:prstGeom prst="roundRect">
              <a:avLst>
                <a:gd name="adj" fmla="val 32272"/>
              </a:avLst>
            </a:prstGeom>
            <a:solidFill>
              <a:srgbClr val="FFE9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 txBox="1"/>
            <p:nvPr/>
          </p:nvSpPr>
          <p:spPr>
            <a:xfrm>
              <a:off x="4939350" y="4169425"/>
              <a:ext cx="16749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ru" sz="1000" dirty="0">
                  <a:solidFill>
                    <a:srgbClr val="3F3F3F"/>
                  </a:solidFill>
                  <a:latin typeface="MTS Text" panose="020B0306020102020303" pitchFamily="34" charset="0"/>
                  <a:ea typeface="MTS Text" panose="020B0306020102020303" pitchFamily="34" charset="0"/>
                  <a:cs typeface="Inter"/>
                  <a:sym typeface="Inter"/>
                </a:rPr>
                <a:t>Команда 3</a:t>
              </a:r>
              <a:endParaRPr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endParaRPr>
            </a:p>
          </p:txBody>
        </p:sp>
      </p:grpSp>
      <p:grpSp>
        <p:nvGrpSpPr>
          <p:cNvPr id="483" name="Google Shape;483;p30"/>
          <p:cNvGrpSpPr/>
          <p:nvPr/>
        </p:nvGrpSpPr>
        <p:grpSpPr>
          <a:xfrm>
            <a:off x="4770000" y="4695850"/>
            <a:ext cx="1872475" cy="160863"/>
            <a:chOff x="4741775" y="4162450"/>
            <a:chExt cx="1872475" cy="160863"/>
          </a:xfrm>
        </p:grpSpPr>
        <p:sp>
          <p:nvSpPr>
            <p:cNvPr id="484" name="Google Shape;484;p30"/>
            <p:cNvSpPr/>
            <p:nvPr/>
          </p:nvSpPr>
          <p:spPr>
            <a:xfrm>
              <a:off x="4741775" y="4162450"/>
              <a:ext cx="155400" cy="155400"/>
            </a:xfrm>
            <a:prstGeom prst="roundRect">
              <a:avLst>
                <a:gd name="adj" fmla="val 32272"/>
              </a:avLst>
            </a:prstGeom>
            <a:solidFill>
              <a:srgbClr val="F2F3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 txBox="1"/>
            <p:nvPr/>
          </p:nvSpPr>
          <p:spPr>
            <a:xfrm>
              <a:off x="4939350" y="4169425"/>
              <a:ext cx="16749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ru" sz="1000" dirty="0">
                  <a:solidFill>
                    <a:srgbClr val="3F3F3F"/>
                  </a:solidFill>
                  <a:latin typeface="MTS Text" panose="020B0306020102020303" pitchFamily="34" charset="0"/>
                  <a:ea typeface="MTS Text" panose="020B0306020102020303" pitchFamily="34" charset="0"/>
                  <a:cs typeface="Inter"/>
                  <a:sym typeface="Inter"/>
                </a:rPr>
                <a:t>Команда 4</a:t>
              </a:r>
              <a:endParaRPr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endParaRPr>
            </a:p>
          </p:txBody>
        </p:sp>
      </p:grpSp>
      <p:pic>
        <p:nvPicPr>
          <p:cNvPr id="486" name="Google Shape;486;p30" title="Получено очков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4524" y="2242701"/>
            <a:ext cx="1763850" cy="172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2;p18">
            <a:extLst>
              <a:ext uri="{FF2B5EF4-FFF2-40B4-BE49-F238E27FC236}">
                <a16:creationId xmlns:a16="http://schemas.microsoft.com/office/drawing/2014/main" id="{8CB7763F-0F1C-21A9-C502-1EB5E46A9031}"/>
              </a:ext>
            </a:extLst>
          </p:cNvPr>
          <p:cNvSpPr/>
          <p:nvPr/>
        </p:nvSpPr>
        <p:spPr>
          <a:xfrm>
            <a:off x="180000" y="180000"/>
            <a:ext cx="936900" cy="252900"/>
          </a:xfrm>
          <a:prstGeom prst="roundRect">
            <a:avLst>
              <a:gd name="adj" fmla="val 50000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 dirty="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" name="Google Shape;113;p18">
            <a:extLst>
              <a:ext uri="{FF2B5EF4-FFF2-40B4-BE49-F238E27FC236}">
                <a16:creationId xmlns:a16="http://schemas.microsoft.com/office/drawing/2014/main" id="{6FDB9CDF-A04C-4874-0696-E31110233216}"/>
              </a:ext>
            </a:extLst>
          </p:cNvPr>
          <p:cNvSpPr/>
          <p:nvPr/>
        </p:nvSpPr>
        <p:spPr>
          <a:xfrm>
            <a:off x="1149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" name="Google Shape;114;p18">
            <a:extLst>
              <a:ext uri="{FF2B5EF4-FFF2-40B4-BE49-F238E27FC236}">
                <a16:creationId xmlns:a16="http://schemas.microsoft.com/office/drawing/2014/main" id="{808A7361-D11F-FCB3-A66C-D73160847329}"/>
              </a:ext>
            </a:extLst>
          </p:cNvPr>
          <p:cNvSpPr/>
          <p:nvPr/>
        </p:nvSpPr>
        <p:spPr>
          <a:xfrm>
            <a:off x="2119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" name="Google Shape;115;p18">
            <a:extLst>
              <a:ext uri="{FF2B5EF4-FFF2-40B4-BE49-F238E27FC236}">
                <a16:creationId xmlns:a16="http://schemas.microsoft.com/office/drawing/2014/main" id="{B42375AC-A2FE-41CD-2306-F53B0A8AEF5A}"/>
              </a:ext>
            </a:extLst>
          </p:cNvPr>
          <p:cNvSpPr/>
          <p:nvPr/>
        </p:nvSpPr>
        <p:spPr>
          <a:xfrm>
            <a:off x="30894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6" name="Google Shape;116;p18">
            <a:extLst>
              <a:ext uri="{FF2B5EF4-FFF2-40B4-BE49-F238E27FC236}">
                <a16:creationId xmlns:a16="http://schemas.microsoft.com/office/drawing/2014/main" id="{793A096E-818F-7975-41C2-AAAD857E95CB}"/>
              </a:ext>
            </a:extLst>
          </p:cNvPr>
          <p:cNvSpPr/>
          <p:nvPr/>
        </p:nvSpPr>
        <p:spPr>
          <a:xfrm>
            <a:off x="40592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3E239679-1004-20B2-881C-3B4B4B6D5B59}"/>
              </a:ext>
            </a:extLst>
          </p:cNvPr>
          <p:cNvSpPr/>
          <p:nvPr/>
        </p:nvSpPr>
        <p:spPr>
          <a:xfrm>
            <a:off x="50290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8" name="Google Shape;118;p18">
            <a:extLst>
              <a:ext uri="{FF2B5EF4-FFF2-40B4-BE49-F238E27FC236}">
                <a16:creationId xmlns:a16="http://schemas.microsoft.com/office/drawing/2014/main" id="{F9B0682A-7E86-EB2E-55C3-C37486E12937}"/>
              </a:ext>
            </a:extLst>
          </p:cNvPr>
          <p:cNvSpPr/>
          <p:nvPr/>
        </p:nvSpPr>
        <p:spPr>
          <a:xfrm>
            <a:off x="5998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9" name="Google Shape;119;p18">
            <a:extLst>
              <a:ext uri="{FF2B5EF4-FFF2-40B4-BE49-F238E27FC236}">
                <a16:creationId xmlns:a16="http://schemas.microsoft.com/office/drawing/2014/main" id="{CDAF8D6E-E545-96D1-7538-01853CC05C98}"/>
              </a:ext>
            </a:extLst>
          </p:cNvPr>
          <p:cNvSpPr/>
          <p:nvPr/>
        </p:nvSpPr>
        <p:spPr>
          <a:xfrm>
            <a:off x="6968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10" name="Google Shape;176;p21">
            <a:extLst>
              <a:ext uri="{FF2B5EF4-FFF2-40B4-BE49-F238E27FC236}">
                <a16:creationId xmlns:a16="http://schemas.microsoft.com/office/drawing/2014/main" id="{BD7E4E7A-C5E4-B3CC-4521-168E53B4D314}"/>
              </a:ext>
            </a:extLst>
          </p:cNvPr>
          <p:cNvSpPr txBox="1"/>
          <p:nvPr/>
        </p:nvSpPr>
        <p:spPr>
          <a:xfrm>
            <a:off x="180000" y="716775"/>
            <a:ext cx="8784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Тезис слайда:</a:t>
            </a:r>
            <a:endParaRPr sz="42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grpSp>
        <p:nvGrpSpPr>
          <p:cNvPr id="23" name="Google Shape;474;p30">
            <a:extLst>
              <a:ext uri="{FF2B5EF4-FFF2-40B4-BE49-F238E27FC236}">
                <a16:creationId xmlns:a16="http://schemas.microsoft.com/office/drawing/2014/main" id="{2895E3A7-B2C6-8036-6DF0-DFFCD756264F}"/>
              </a:ext>
            </a:extLst>
          </p:cNvPr>
          <p:cNvGrpSpPr/>
          <p:nvPr/>
        </p:nvGrpSpPr>
        <p:grpSpPr>
          <a:xfrm>
            <a:off x="6968142" y="4073979"/>
            <a:ext cx="1872479" cy="160863"/>
            <a:chOff x="4741775" y="4162450"/>
            <a:chExt cx="1872479" cy="160863"/>
          </a:xfrm>
        </p:grpSpPr>
        <p:sp>
          <p:nvSpPr>
            <p:cNvPr id="24" name="Google Shape;475;p30">
              <a:extLst>
                <a:ext uri="{FF2B5EF4-FFF2-40B4-BE49-F238E27FC236}">
                  <a16:creationId xmlns:a16="http://schemas.microsoft.com/office/drawing/2014/main" id="{CD384820-8B72-7B7D-C127-3DC2747CBF13}"/>
                </a:ext>
              </a:extLst>
            </p:cNvPr>
            <p:cNvSpPr/>
            <p:nvPr/>
          </p:nvSpPr>
          <p:spPr>
            <a:xfrm>
              <a:off x="4741775" y="4162450"/>
              <a:ext cx="155400" cy="155400"/>
            </a:xfrm>
            <a:prstGeom prst="roundRect">
              <a:avLst>
                <a:gd name="adj" fmla="val 32272"/>
              </a:avLst>
            </a:prstGeom>
            <a:solidFill>
              <a:srgbClr val="FF00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76;p30">
              <a:extLst>
                <a:ext uri="{FF2B5EF4-FFF2-40B4-BE49-F238E27FC236}">
                  <a16:creationId xmlns:a16="http://schemas.microsoft.com/office/drawing/2014/main" id="{ABE7FA33-6F38-2BE2-7D7C-26A140471D09}"/>
                </a:ext>
              </a:extLst>
            </p:cNvPr>
            <p:cNvSpPr txBox="1"/>
            <p:nvPr/>
          </p:nvSpPr>
          <p:spPr>
            <a:xfrm>
              <a:off x="4939354" y="4169425"/>
              <a:ext cx="16749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ru" sz="1000" dirty="0">
                  <a:solidFill>
                    <a:srgbClr val="3F3F3F"/>
                  </a:solidFill>
                  <a:latin typeface="MTS Text" panose="020B0306020102020303" pitchFamily="34" charset="0"/>
                  <a:ea typeface="MTS Text" panose="020B0306020102020303" pitchFamily="34" charset="0"/>
                  <a:cs typeface="Inter"/>
                  <a:sym typeface="Inter"/>
                </a:rPr>
                <a:t>Команда 1</a:t>
              </a:r>
              <a:endParaRPr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endParaRPr>
            </a:p>
          </p:txBody>
        </p:sp>
      </p:grpSp>
      <p:grpSp>
        <p:nvGrpSpPr>
          <p:cNvPr id="26" name="Google Shape;477;p30">
            <a:extLst>
              <a:ext uri="{FF2B5EF4-FFF2-40B4-BE49-F238E27FC236}">
                <a16:creationId xmlns:a16="http://schemas.microsoft.com/office/drawing/2014/main" id="{DB823AE6-3A20-8228-3CBF-E3BFD27F25D8}"/>
              </a:ext>
            </a:extLst>
          </p:cNvPr>
          <p:cNvGrpSpPr/>
          <p:nvPr/>
        </p:nvGrpSpPr>
        <p:grpSpPr>
          <a:xfrm>
            <a:off x="6968142" y="4277679"/>
            <a:ext cx="1872479" cy="160863"/>
            <a:chOff x="4741775" y="4162450"/>
            <a:chExt cx="1872479" cy="160863"/>
          </a:xfrm>
        </p:grpSpPr>
        <p:sp>
          <p:nvSpPr>
            <p:cNvPr id="27" name="Google Shape;478;p30">
              <a:extLst>
                <a:ext uri="{FF2B5EF4-FFF2-40B4-BE49-F238E27FC236}">
                  <a16:creationId xmlns:a16="http://schemas.microsoft.com/office/drawing/2014/main" id="{72BDCEF6-95A8-1653-7B49-B6505B04177E}"/>
                </a:ext>
              </a:extLst>
            </p:cNvPr>
            <p:cNvSpPr/>
            <p:nvPr/>
          </p:nvSpPr>
          <p:spPr>
            <a:xfrm>
              <a:off x="4741775" y="4162450"/>
              <a:ext cx="155400" cy="155400"/>
            </a:xfrm>
            <a:prstGeom prst="roundRect">
              <a:avLst>
                <a:gd name="adj" fmla="val 32272"/>
              </a:avLst>
            </a:prstGeom>
            <a:solidFill>
              <a:srgbClr val="E1C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479;p30">
              <a:extLst>
                <a:ext uri="{FF2B5EF4-FFF2-40B4-BE49-F238E27FC236}">
                  <a16:creationId xmlns:a16="http://schemas.microsoft.com/office/drawing/2014/main" id="{FB32EB77-3CCC-8955-41C4-B1507E8FE176}"/>
                </a:ext>
              </a:extLst>
            </p:cNvPr>
            <p:cNvSpPr txBox="1"/>
            <p:nvPr/>
          </p:nvSpPr>
          <p:spPr>
            <a:xfrm>
              <a:off x="4939354" y="4169425"/>
              <a:ext cx="16749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ru" sz="1000" dirty="0">
                  <a:solidFill>
                    <a:srgbClr val="3F3F3F"/>
                  </a:solidFill>
                  <a:latin typeface="MTS Text" panose="020B0306020102020303" pitchFamily="34" charset="0"/>
                  <a:ea typeface="MTS Text" panose="020B0306020102020303" pitchFamily="34" charset="0"/>
                  <a:cs typeface="Inter"/>
                  <a:sym typeface="Inter"/>
                </a:rPr>
                <a:t>Команда 2</a:t>
              </a:r>
              <a:endParaRPr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endParaRPr>
            </a:p>
          </p:txBody>
        </p:sp>
      </p:grpSp>
      <p:grpSp>
        <p:nvGrpSpPr>
          <p:cNvPr id="29" name="Google Shape;480;p30">
            <a:extLst>
              <a:ext uri="{FF2B5EF4-FFF2-40B4-BE49-F238E27FC236}">
                <a16:creationId xmlns:a16="http://schemas.microsoft.com/office/drawing/2014/main" id="{BD31F454-1EA4-8917-27D3-9162A5E1256A}"/>
              </a:ext>
            </a:extLst>
          </p:cNvPr>
          <p:cNvGrpSpPr/>
          <p:nvPr/>
        </p:nvGrpSpPr>
        <p:grpSpPr>
          <a:xfrm>
            <a:off x="6968142" y="4481381"/>
            <a:ext cx="1872475" cy="160863"/>
            <a:chOff x="4741775" y="4162450"/>
            <a:chExt cx="1872475" cy="160863"/>
          </a:xfrm>
        </p:grpSpPr>
        <p:sp>
          <p:nvSpPr>
            <p:cNvPr id="30" name="Google Shape;481;p30">
              <a:extLst>
                <a:ext uri="{FF2B5EF4-FFF2-40B4-BE49-F238E27FC236}">
                  <a16:creationId xmlns:a16="http://schemas.microsoft.com/office/drawing/2014/main" id="{2C8F5E50-2E7D-0CD2-1606-22A7A55A8A46}"/>
                </a:ext>
              </a:extLst>
            </p:cNvPr>
            <p:cNvSpPr/>
            <p:nvPr/>
          </p:nvSpPr>
          <p:spPr>
            <a:xfrm>
              <a:off x="4741775" y="4162450"/>
              <a:ext cx="155400" cy="155400"/>
            </a:xfrm>
            <a:prstGeom prst="roundRect">
              <a:avLst>
                <a:gd name="adj" fmla="val 32272"/>
              </a:avLst>
            </a:prstGeom>
            <a:solidFill>
              <a:srgbClr val="FFE9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82;p30">
              <a:extLst>
                <a:ext uri="{FF2B5EF4-FFF2-40B4-BE49-F238E27FC236}">
                  <a16:creationId xmlns:a16="http://schemas.microsoft.com/office/drawing/2014/main" id="{7650B431-63EF-E72C-8628-69BA44FD9A58}"/>
                </a:ext>
              </a:extLst>
            </p:cNvPr>
            <p:cNvSpPr txBox="1"/>
            <p:nvPr/>
          </p:nvSpPr>
          <p:spPr>
            <a:xfrm>
              <a:off x="4939350" y="4169425"/>
              <a:ext cx="16749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ru" sz="1000" dirty="0">
                  <a:solidFill>
                    <a:srgbClr val="3F3F3F"/>
                  </a:solidFill>
                  <a:latin typeface="MTS Text" panose="020B0306020102020303" pitchFamily="34" charset="0"/>
                  <a:ea typeface="MTS Text" panose="020B0306020102020303" pitchFamily="34" charset="0"/>
                  <a:cs typeface="Inter"/>
                  <a:sym typeface="Inter"/>
                </a:rPr>
                <a:t>Команда 3</a:t>
              </a:r>
              <a:endParaRPr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endParaRPr>
            </a:p>
          </p:txBody>
        </p:sp>
      </p:grpSp>
      <p:grpSp>
        <p:nvGrpSpPr>
          <p:cNvPr id="32" name="Google Shape;483;p30">
            <a:extLst>
              <a:ext uri="{FF2B5EF4-FFF2-40B4-BE49-F238E27FC236}">
                <a16:creationId xmlns:a16="http://schemas.microsoft.com/office/drawing/2014/main" id="{8B408B3C-0DB8-A209-45CC-07474FC72E5E}"/>
              </a:ext>
            </a:extLst>
          </p:cNvPr>
          <p:cNvGrpSpPr/>
          <p:nvPr/>
        </p:nvGrpSpPr>
        <p:grpSpPr>
          <a:xfrm>
            <a:off x="6968142" y="4685079"/>
            <a:ext cx="1872475" cy="160863"/>
            <a:chOff x="4741775" y="4162450"/>
            <a:chExt cx="1872475" cy="160863"/>
          </a:xfrm>
        </p:grpSpPr>
        <p:sp>
          <p:nvSpPr>
            <p:cNvPr id="33" name="Google Shape;484;p30">
              <a:extLst>
                <a:ext uri="{FF2B5EF4-FFF2-40B4-BE49-F238E27FC236}">
                  <a16:creationId xmlns:a16="http://schemas.microsoft.com/office/drawing/2014/main" id="{F3C3FE7F-0543-0B71-E52C-550F78CED318}"/>
                </a:ext>
              </a:extLst>
            </p:cNvPr>
            <p:cNvSpPr/>
            <p:nvPr/>
          </p:nvSpPr>
          <p:spPr>
            <a:xfrm>
              <a:off x="4741775" y="4162450"/>
              <a:ext cx="155400" cy="155400"/>
            </a:xfrm>
            <a:prstGeom prst="roundRect">
              <a:avLst>
                <a:gd name="adj" fmla="val 32272"/>
              </a:avLst>
            </a:prstGeom>
            <a:solidFill>
              <a:srgbClr val="F2F3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85;p30">
              <a:extLst>
                <a:ext uri="{FF2B5EF4-FFF2-40B4-BE49-F238E27FC236}">
                  <a16:creationId xmlns:a16="http://schemas.microsoft.com/office/drawing/2014/main" id="{FC5429A0-D3BF-3183-7DF5-47392EEF8E78}"/>
                </a:ext>
              </a:extLst>
            </p:cNvPr>
            <p:cNvSpPr txBox="1"/>
            <p:nvPr/>
          </p:nvSpPr>
          <p:spPr>
            <a:xfrm>
              <a:off x="4939350" y="4169425"/>
              <a:ext cx="1674900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ru" sz="1000" dirty="0">
                  <a:solidFill>
                    <a:srgbClr val="3F3F3F"/>
                  </a:solidFill>
                  <a:latin typeface="MTS Text" panose="020B0306020102020303" pitchFamily="34" charset="0"/>
                  <a:ea typeface="MTS Text" panose="020B0306020102020303" pitchFamily="34" charset="0"/>
                  <a:cs typeface="Inter"/>
                  <a:sym typeface="Inter"/>
                </a:rPr>
                <a:t>Команда 4</a:t>
              </a:r>
              <a:endParaRPr sz="1000" dirty="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1"/>
          <p:cNvSpPr/>
          <p:nvPr/>
        </p:nvSpPr>
        <p:spPr>
          <a:xfrm>
            <a:off x="180000" y="2137475"/>
            <a:ext cx="8784000" cy="391200"/>
          </a:xfrm>
          <a:prstGeom prst="roundRect">
            <a:avLst>
              <a:gd name="adj" fmla="val 28935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144000" tIns="50400" rIns="50400" bIns="50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200" dirty="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180000" y="2596400"/>
            <a:ext cx="8784000" cy="391200"/>
          </a:xfrm>
          <a:prstGeom prst="roundRect">
            <a:avLst>
              <a:gd name="adj" fmla="val 28935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144000" tIns="50400" rIns="50400" bIns="50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2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180000" y="3055325"/>
            <a:ext cx="8784000" cy="391200"/>
          </a:xfrm>
          <a:prstGeom prst="roundRect">
            <a:avLst>
              <a:gd name="adj" fmla="val 28935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144000" tIns="50400" rIns="50400" bIns="50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2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07" name="Google Shape;507;p31"/>
          <p:cNvSpPr/>
          <p:nvPr/>
        </p:nvSpPr>
        <p:spPr>
          <a:xfrm>
            <a:off x="180000" y="3514200"/>
            <a:ext cx="8784000" cy="391200"/>
          </a:xfrm>
          <a:prstGeom prst="roundRect">
            <a:avLst>
              <a:gd name="adj" fmla="val 28935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144000" tIns="50400" rIns="50400" bIns="50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2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180000" y="3973125"/>
            <a:ext cx="8784000" cy="391200"/>
          </a:xfrm>
          <a:prstGeom prst="roundRect">
            <a:avLst>
              <a:gd name="adj" fmla="val 28935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144000" tIns="50400" rIns="50400" bIns="50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2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180000" y="4432050"/>
            <a:ext cx="8784000" cy="391200"/>
          </a:xfrm>
          <a:prstGeom prst="roundRect">
            <a:avLst>
              <a:gd name="adj" fmla="val 28935"/>
            </a:avLst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spcFirstLastPara="1" wrap="square" lIns="144000" tIns="50400" rIns="50400" bIns="50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F3F3F"/>
                </a:solidFill>
                <a:latin typeface="MTS Text Medium" panose="020B0306020102020303" pitchFamily="34" charset="0"/>
                <a:ea typeface="MTS Text Medium" panose="020B0306020102020303" pitchFamily="34" charset="0"/>
                <a:cs typeface="Inter Medium"/>
                <a:sym typeface="Inter Medium"/>
              </a:rPr>
              <a:t>Заголовок</a:t>
            </a:r>
            <a:endParaRPr sz="1200">
              <a:solidFill>
                <a:srgbClr val="3F3F3F"/>
              </a:solidFill>
              <a:latin typeface="MTS Text Medium" panose="020B0306020102020303" pitchFamily="34" charset="0"/>
              <a:ea typeface="MTS Text Medium" panose="020B0306020102020303" pitchFamily="34" charset="0"/>
              <a:cs typeface="Inter Medium"/>
              <a:sym typeface="Inter Medium"/>
            </a:endParaRPr>
          </a:p>
        </p:txBody>
      </p:sp>
      <p:pic>
        <p:nvPicPr>
          <p:cNvPr id="518" name="Google Shape;518;p31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1"/>
          <p:cNvSpPr/>
          <p:nvPr/>
        </p:nvSpPr>
        <p:spPr>
          <a:xfrm>
            <a:off x="1948350" y="1602325"/>
            <a:ext cx="1710900" cy="3361200"/>
          </a:xfrm>
          <a:prstGeom prst="roundRect">
            <a:avLst>
              <a:gd name="adj" fmla="val 13015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7253075" y="1602300"/>
            <a:ext cx="1710900" cy="3361200"/>
          </a:xfrm>
          <a:prstGeom prst="roundRect">
            <a:avLst>
              <a:gd name="adj" fmla="val 1647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Google Shape;521;p31"/>
          <p:cNvSpPr txBox="1"/>
          <p:nvPr/>
        </p:nvSpPr>
        <p:spPr>
          <a:xfrm>
            <a:off x="1948350" y="1761126"/>
            <a:ext cx="17109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2040000" y="2137475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23" name="Google Shape;523;p31"/>
          <p:cNvSpPr/>
          <p:nvPr/>
        </p:nvSpPr>
        <p:spPr>
          <a:xfrm>
            <a:off x="3716600" y="1602325"/>
            <a:ext cx="1710900" cy="3361200"/>
          </a:xfrm>
          <a:prstGeom prst="roundRect">
            <a:avLst>
              <a:gd name="adj" fmla="val 13015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31"/>
          <p:cNvSpPr txBox="1"/>
          <p:nvPr/>
        </p:nvSpPr>
        <p:spPr>
          <a:xfrm>
            <a:off x="3716600" y="1761126"/>
            <a:ext cx="17109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5484838" y="1602325"/>
            <a:ext cx="1710900" cy="3361200"/>
          </a:xfrm>
          <a:prstGeom prst="roundRect">
            <a:avLst>
              <a:gd name="adj" fmla="val 13015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endParaRPr sz="1000">
              <a:solidFill>
                <a:srgbClr val="3F3F3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5484838" y="1761126"/>
            <a:ext cx="17109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27" name="Google Shape;527;p31"/>
          <p:cNvSpPr txBox="1"/>
          <p:nvPr/>
        </p:nvSpPr>
        <p:spPr>
          <a:xfrm>
            <a:off x="7253088" y="1761126"/>
            <a:ext cx="17109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0032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Заголовок</a:t>
            </a:r>
            <a:endParaRPr>
              <a:solidFill>
                <a:srgbClr val="FF0032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28" name="Google Shape;528;p31"/>
          <p:cNvSpPr/>
          <p:nvPr/>
        </p:nvSpPr>
        <p:spPr>
          <a:xfrm>
            <a:off x="2040000" y="2596395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29" name="Google Shape;529;p31"/>
          <p:cNvSpPr/>
          <p:nvPr/>
        </p:nvSpPr>
        <p:spPr>
          <a:xfrm>
            <a:off x="2040000" y="3055316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0" name="Google Shape;530;p31"/>
          <p:cNvSpPr/>
          <p:nvPr/>
        </p:nvSpPr>
        <p:spPr>
          <a:xfrm>
            <a:off x="2040000" y="351420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1" name="Google Shape;531;p31"/>
          <p:cNvSpPr/>
          <p:nvPr/>
        </p:nvSpPr>
        <p:spPr>
          <a:xfrm>
            <a:off x="2040000" y="397312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2040000" y="443204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3" name="Google Shape;533;p31"/>
          <p:cNvSpPr/>
          <p:nvPr/>
        </p:nvSpPr>
        <p:spPr>
          <a:xfrm>
            <a:off x="3808250" y="2137475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4" name="Google Shape;534;p31"/>
          <p:cNvSpPr/>
          <p:nvPr/>
        </p:nvSpPr>
        <p:spPr>
          <a:xfrm>
            <a:off x="3808250" y="2596395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3808250" y="3055316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6" name="Google Shape;536;p31"/>
          <p:cNvSpPr/>
          <p:nvPr/>
        </p:nvSpPr>
        <p:spPr>
          <a:xfrm>
            <a:off x="3808250" y="351420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7" name="Google Shape;537;p31"/>
          <p:cNvSpPr/>
          <p:nvPr/>
        </p:nvSpPr>
        <p:spPr>
          <a:xfrm>
            <a:off x="3808250" y="397312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8" name="Google Shape;538;p31"/>
          <p:cNvSpPr/>
          <p:nvPr/>
        </p:nvSpPr>
        <p:spPr>
          <a:xfrm>
            <a:off x="3808250" y="443204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39" name="Google Shape;539;p31"/>
          <p:cNvSpPr/>
          <p:nvPr/>
        </p:nvSpPr>
        <p:spPr>
          <a:xfrm>
            <a:off x="5585069" y="2137475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5585069" y="2596395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1" name="Google Shape;541;p31"/>
          <p:cNvSpPr/>
          <p:nvPr/>
        </p:nvSpPr>
        <p:spPr>
          <a:xfrm>
            <a:off x="5585069" y="3055316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2" name="Google Shape;542;p31"/>
          <p:cNvSpPr/>
          <p:nvPr/>
        </p:nvSpPr>
        <p:spPr>
          <a:xfrm>
            <a:off x="5585069" y="351420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3" name="Google Shape;543;p31"/>
          <p:cNvSpPr/>
          <p:nvPr/>
        </p:nvSpPr>
        <p:spPr>
          <a:xfrm>
            <a:off x="5585069" y="397312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4" name="Google Shape;544;p31"/>
          <p:cNvSpPr/>
          <p:nvPr/>
        </p:nvSpPr>
        <p:spPr>
          <a:xfrm>
            <a:off x="5585069" y="4432047"/>
            <a:ext cx="1527600" cy="391200"/>
          </a:xfrm>
          <a:prstGeom prst="roundRect">
            <a:avLst>
              <a:gd name="adj" fmla="val 2893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7361894" y="2137475"/>
            <a:ext cx="1527600" cy="391200"/>
          </a:xfrm>
          <a:prstGeom prst="roundRect">
            <a:avLst>
              <a:gd name="adj" fmla="val 28935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6" name="Google Shape;546;p31"/>
          <p:cNvSpPr/>
          <p:nvPr/>
        </p:nvSpPr>
        <p:spPr>
          <a:xfrm>
            <a:off x="7361894" y="2596395"/>
            <a:ext cx="1527600" cy="391200"/>
          </a:xfrm>
          <a:prstGeom prst="roundRect">
            <a:avLst>
              <a:gd name="adj" fmla="val 28935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7" name="Google Shape;547;p31"/>
          <p:cNvSpPr/>
          <p:nvPr/>
        </p:nvSpPr>
        <p:spPr>
          <a:xfrm>
            <a:off x="7361894" y="3055316"/>
            <a:ext cx="1527600" cy="391200"/>
          </a:xfrm>
          <a:prstGeom prst="roundRect">
            <a:avLst>
              <a:gd name="adj" fmla="val 28935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8" name="Google Shape;548;p31"/>
          <p:cNvSpPr/>
          <p:nvPr/>
        </p:nvSpPr>
        <p:spPr>
          <a:xfrm>
            <a:off x="7361894" y="3514207"/>
            <a:ext cx="1527600" cy="391200"/>
          </a:xfrm>
          <a:prstGeom prst="roundRect">
            <a:avLst>
              <a:gd name="adj" fmla="val 28935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7361894" y="3973127"/>
            <a:ext cx="1527600" cy="391200"/>
          </a:xfrm>
          <a:prstGeom prst="roundRect">
            <a:avLst>
              <a:gd name="adj" fmla="val 28935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7361894" y="4432047"/>
            <a:ext cx="1527600" cy="391200"/>
          </a:xfrm>
          <a:prstGeom prst="roundRect">
            <a:avLst>
              <a:gd name="adj" fmla="val 28935"/>
            </a:avLst>
          </a:prstGeom>
          <a:solidFill>
            <a:srgbClr val="F2F3F7"/>
          </a:solidFill>
          <a:ln>
            <a:noFill/>
          </a:ln>
        </p:spPr>
        <p:txBody>
          <a:bodyPr spcFirstLastPara="1" wrap="square" lIns="50400" tIns="50400" rIns="50400" bIns="50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3F3F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"/>
                <a:sym typeface="Inter"/>
              </a:rPr>
              <a:t>Пункт</a:t>
            </a:r>
            <a:endParaRPr sz="1000">
              <a:solidFill>
                <a:srgbClr val="3F3F3F"/>
              </a:solidFill>
              <a:latin typeface="MTS Text" panose="020B0306020102020303" pitchFamily="34" charset="0"/>
              <a:ea typeface="MTS Text" panose="020B0306020102020303" pitchFamily="34" charset="0"/>
              <a:cs typeface="Inter"/>
              <a:sym typeface="Inter"/>
            </a:endParaRPr>
          </a:p>
        </p:txBody>
      </p:sp>
      <p:sp>
        <p:nvSpPr>
          <p:cNvPr id="2" name="Google Shape;112;p18">
            <a:extLst>
              <a:ext uri="{FF2B5EF4-FFF2-40B4-BE49-F238E27FC236}">
                <a16:creationId xmlns:a16="http://schemas.microsoft.com/office/drawing/2014/main" id="{A04C3E61-DC25-27A6-38F1-EFC5AE4DE3C6}"/>
              </a:ext>
            </a:extLst>
          </p:cNvPr>
          <p:cNvSpPr/>
          <p:nvPr/>
        </p:nvSpPr>
        <p:spPr>
          <a:xfrm>
            <a:off x="180000" y="180000"/>
            <a:ext cx="936900" cy="252900"/>
          </a:xfrm>
          <a:prstGeom prst="roundRect">
            <a:avLst>
              <a:gd name="adj" fmla="val 50000"/>
            </a:avLst>
          </a:prstGeom>
          <a:solidFill>
            <a:srgbClr val="FF00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lt1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 dirty="0">
              <a:solidFill>
                <a:schemeClr val="lt1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3" name="Google Shape;113;p18">
            <a:extLst>
              <a:ext uri="{FF2B5EF4-FFF2-40B4-BE49-F238E27FC236}">
                <a16:creationId xmlns:a16="http://schemas.microsoft.com/office/drawing/2014/main" id="{E72BAED8-6AAE-EA92-8256-B73FA192EA85}"/>
              </a:ext>
            </a:extLst>
          </p:cNvPr>
          <p:cNvSpPr/>
          <p:nvPr/>
        </p:nvSpPr>
        <p:spPr>
          <a:xfrm>
            <a:off x="1149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4" name="Google Shape;114;p18">
            <a:extLst>
              <a:ext uri="{FF2B5EF4-FFF2-40B4-BE49-F238E27FC236}">
                <a16:creationId xmlns:a16="http://schemas.microsoft.com/office/drawing/2014/main" id="{329D207B-00CB-72B2-6CCF-695E2A11677F}"/>
              </a:ext>
            </a:extLst>
          </p:cNvPr>
          <p:cNvSpPr/>
          <p:nvPr/>
        </p:nvSpPr>
        <p:spPr>
          <a:xfrm>
            <a:off x="2119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5" name="Google Shape;115;p18">
            <a:extLst>
              <a:ext uri="{FF2B5EF4-FFF2-40B4-BE49-F238E27FC236}">
                <a16:creationId xmlns:a16="http://schemas.microsoft.com/office/drawing/2014/main" id="{927401AA-CCE1-0437-36C9-FFD1B93610E0}"/>
              </a:ext>
            </a:extLst>
          </p:cNvPr>
          <p:cNvSpPr/>
          <p:nvPr/>
        </p:nvSpPr>
        <p:spPr>
          <a:xfrm>
            <a:off x="30894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6" name="Google Shape;116;p18">
            <a:extLst>
              <a:ext uri="{FF2B5EF4-FFF2-40B4-BE49-F238E27FC236}">
                <a16:creationId xmlns:a16="http://schemas.microsoft.com/office/drawing/2014/main" id="{9E39F1D7-77D5-FCDC-1FE7-92DAC1324DBA}"/>
              </a:ext>
            </a:extLst>
          </p:cNvPr>
          <p:cNvSpPr/>
          <p:nvPr/>
        </p:nvSpPr>
        <p:spPr>
          <a:xfrm>
            <a:off x="40592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7" name="Google Shape;117;p18">
            <a:extLst>
              <a:ext uri="{FF2B5EF4-FFF2-40B4-BE49-F238E27FC236}">
                <a16:creationId xmlns:a16="http://schemas.microsoft.com/office/drawing/2014/main" id="{B5413AC8-BF9E-05CD-36E4-9F2BFAF5BF14}"/>
              </a:ext>
            </a:extLst>
          </p:cNvPr>
          <p:cNvSpPr/>
          <p:nvPr/>
        </p:nvSpPr>
        <p:spPr>
          <a:xfrm>
            <a:off x="50290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8" name="Google Shape;118;p18">
            <a:extLst>
              <a:ext uri="{FF2B5EF4-FFF2-40B4-BE49-F238E27FC236}">
                <a16:creationId xmlns:a16="http://schemas.microsoft.com/office/drawing/2014/main" id="{01D129DD-15AB-32C0-CEEB-775D19ADFAF6}"/>
              </a:ext>
            </a:extLst>
          </p:cNvPr>
          <p:cNvSpPr/>
          <p:nvPr/>
        </p:nvSpPr>
        <p:spPr>
          <a:xfrm>
            <a:off x="59988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9" name="Google Shape;119;p18">
            <a:extLst>
              <a:ext uri="{FF2B5EF4-FFF2-40B4-BE49-F238E27FC236}">
                <a16:creationId xmlns:a16="http://schemas.microsoft.com/office/drawing/2014/main" id="{7F2F38EA-187F-2A94-8B1B-6584B9411247}"/>
              </a:ext>
            </a:extLst>
          </p:cNvPr>
          <p:cNvSpPr/>
          <p:nvPr/>
        </p:nvSpPr>
        <p:spPr>
          <a:xfrm>
            <a:off x="6968607" y="180000"/>
            <a:ext cx="936900" cy="252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26C77"/>
                </a:solidFill>
                <a:latin typeface="MTS Text" panose="020B0306020102020303" pitchFamily="34" charset="0"/>
                <a:ea typeface="MTS Text" panose="020B0306020102020303" pitchFamily="34" charset="0"/>
                <a:cs typeface="Inter Medium"/>
                <a:sym typeface="Inter Medium"/>
              </a:rPr>
              <a:t>Навигация</a:t>
            </a:r>
            <a:endParaRPr sz="1000">
              <a:solidFill>
                <a:srgbClr val="626C77"/>
              </a:solidFill>
              <a:latin typeface="MTS Text" panose="020B0306020102020303" pitchFamily="34" charset="0"/>
              <a:ea typeface="MTS Text" panose="020B0306020102020303" pitchFamily="34" charset="0"/>
              <a:cs typeface="Inter Medium"/>
              <a:sym typeface="Inter Medium"/>
            </a:endParaRPr>
          </a:p>
        </p:txBody>
      </p:sp>
      <p:sp>
        <p:nvSpPr>
          <p:cNvPr id="10" name="Google Shape;176;p21">
            <a:extLst>
              <a:ext uri="{FF2B5EF4-FFF2-40B4-BE49-F238E27FC236}">
                <a16:creationId xmlns:a16="http://schemas.microsoft.com/office/drawing/2014/main" id="{7B222B9A-CEEB-52E4-7F7C-4BE077669502}"/>
              </a:ext>
            </a:extLst>
          </p:cNvPr>
          <p:cNvSpPr txBox="1"/>
          <p:nvPr/>
        </p:nvSpPr>
        <p:spPr>
          <a:xfrm>
            <a:off x="180000" y="716775"/>
            <a:ext cx="8784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200" dirty="0">
                <a:solidFill>
                  <a:srgbClr val="3F3F3F"/>
                </a:solidFill>
                <a:latin typeface="MTS Wide Medium" panose="020B0306020102020303" pitchFamily="34" charset="0"/>
                <a:ea typeface="MTS Wide Medium" panose="020B0306020102020303" pitchFamily="34" charset="0"/>
                <a:cs typeface="Inter Medium"/>
                <a:sym typeface="Inter Medium"/>
              </a:rPr>
              <a:t>Тезис слайда:</a:t>
            </a:r>
            <a:endParaRPr sz="4200" dirty="0">
              <a:solidFill>
                <a:srgbClr val="3F3F3F"/>
              </a:solidFill>
              <a:latin typeface="MTS Wide Medium" panose="020B0306020102020303" pitchFamily="34" charset="0"/>
              <a:ea typeface="MTS Wide Medium" panose="020B0306020102020303" pitchFamily="34" charset="0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448</Words>
  <Application>Microsoft Macintosh PowerPoint</Application>
  <PresentationFormat>Экран (16:9)</PresentationFormat>
  <Paragraphs>215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Calibri</vt:lpstr>
      <vt:lpstr>Inter Medium</vt:lpstr>
      <vt:lpstr>MTS Wide</vt:lpstr>
      <vt:lpstr>MTS Text</vt:lpstr>
      <vt:lpstr>MTS Wide Medium</vt:lpstr>
      <vt:lpstr>MTS Text Medium</vt:lpstr>
      <vt:lpstr>Inter</vt:lpstr>
      <vt:lpstr>Arial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Xenia Obukh</cp:lastModifiedBy>
  <cp:revision>4</cp:revision>
  <dcterms:modified xsi:type="dcterms:W3CDTF">2026-10-12T19:45:42Z</dcterms:modified>
</cp:coreProperties>
</file>